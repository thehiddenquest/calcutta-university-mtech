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8" r:id="rId3"/>
    <p:sldId id="259" r:id="rId4"/>
    <p:sldId id="389" r:id="rId5"/>
    <p:sldId id="260" r:id="rId6"/>
    <p:sldId id="39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</p:sldIdLst>
  <p:sldSz cx="12192000" cy="9144000"/>
  <p:notesSz cx="6858000" cy="9144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59" d="100"/>
          <a:sy n="59" d="100"/>
        </p:scale>
        <p:origin x="1589" y="58"/>
      </p:cViewPr>
      <p:guideLst>
        <p:guide orient="horz" pos="288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834640"/>
            <a:ext cx="10363200" cy="3077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5120640"/>
            <a:ext cx="8534400" cy="2154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2103120"/>
            <a:ext cx="5303520" cy="2154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2103120"/>
            <a:ext cx="5303520" cy="2154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4/18/2026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4/18/2026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4/18/2026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623554" y="768342"/>
            <a:ext cx="6944889" cy="3077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242171" y="1453064"/>
            <a:ext cx="5977467" cy="2154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8503920"/>
            <a:ext cx="390144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8503920"/>
            <a:ext cx="280416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8503920"/>
            <a:ext cx="280416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57200" y="381000"/>
            <a:ext cx="11201400" cy="7845096"/>
          </a:xfrm>
          <a:prstGeom prst="rect">
            <a:avLst/>
          </a:prstGeom>
          <a:ln w="12953">
            <a:solidFill>
              <a:srgbClr val="000000"/>
            </a:solidFill>
          </a:ln>
        </p:spPr>
        <p:txBody>
          <a:bodyPr vert="horz" wrap="square" lIns="0" tIns="4445" rIns="0" bIns="0" rtlCol="0">
            <a:spAutoFit/>
          </a:bodyPr>
          <a:lstStyle/>
          <a:p>
            <a:pPr>
              <a:spcBef>
                <a:spcPts val="35"/>
              </a:spcBef>
            </a:pPr>
            <a:endParaRPr sz="13800" dirty="0">
              <a:latin typeface="Times New Roman"/>
              <a:cs typeface="Times New Roman"/>
            </a:endParaRPr>
          </a:p>
          <a:p>
            <a:pPr>
              <a:spcBef>
                <a:spcPts val="35"/>
              </a:spcBef>
            </a:pPr>
            <a:endParaRPr sz="8800" dirty="0">
              <a:latin typeface="Times New Roman"/>
              <a:cs typeface="Times New Roman"/>
            </a:endParaRPr>
          </a:p>
          <a:p>
            <a:pPr marL="1156970" marR="1136650" indent="1270" algn="ctr">
              <a:lnSpc>
                <a:spcPts val="1600"/>
              </a:lnSpc>
            </a:pPr>
            <a:r>
              <a:rPr sz="8000" spc="-10" dirty="0">
                <a:latin typeface="Times New Roman"/>
                <a:cs typeface="Times New Roman"/>
              </a:rPr>
              <a:t> </a:t>
            </a:r>
            <a:r>
              <a:rPr sz="8000" b="1" dirty="0">
                <a:latin typeface="Times New Roman"/>
                <a:cs typeface="Times New Roman"/>
              </a:rPr>
              <a:t>Software</a:t>
            </a:r>
            <a:r>
              <a:rPr sz="8000" spc="-50" dirty="0">
                <a:latin typeface="Times New Roman"/>
                <a:cs typeface="Times New Roman"/>
              </a:rPr>
              <a:t> </a:t>
            </a:r>
            <a:r>
              <a:rPr sz="8000" b="1" dirty="0">
                <a:latin typeface="Times New Roman"/>
                <a:cs typeface="Times New Roman"/>
              </a:rPr>
              <a:t>Analysis</a:t>
            </a:r>
            <a:endParaRPr lang="en-IN" sz="8000" b="1" dirty="0">
              <a:latin typeface="Times New Roman"/>
              <a:cs typeface="Times New Roman"/>
            </a:endParaRPr>
          </a:p>
          <a:p>
            <a:pPr marL="1156970" marR="1136650" indent="1270" algn="ctr">
              <a:lnSpc>
                <a:spcPts val="1600"/>
              </a:lnSpc>
            </a:pPr>
            <a:endParaRPr lang="en-IN" sz="8000" b="1" spc="-45" dirty="0">
              <a:latin typeface="Times New Roman"/>
              <a:cs typeface="Times New Roman"/>
            </a:endParaRPr>
          </a:p>
          <a:p>
            <a:pPr marL="1156970" marR="1136650" indent="1270" algn="ctr">
              <a:lnSpc>
                <a:spcPts val="1600"/>
              </a:lnSpc>
            </a:pPr>
            <a:endParaRPr lang="en-IN" sz="8000" b="1" spc="-45" dirty="0">
              <a:latin typeface="Times New Roman"/>
              <a:cs typeface="Times New Roman"/>
            </a:endParaRPr>
          </a:p>
          <a:p>
            <a:pPr marL="1156970" marR="1136650" indent="1270" algn="ctr">
              <a:lnSpc>
                <a:spcPts val="1600"/>
              </a:lnSpc>
            </a:pPr>
            <a:endParaRPr lang="en-IN" sz="8000" b="1" spc="-45" dirty="0">
              <a:latin typeface="Times New Roman"/>
              <a:cs typeface="Times New Roman"/>
            </a:endParaRPr>
          </a:p>
          <a:p>
            <a:pPr marL="1156970" marR="1136650" indent="1270" algn="ctr">
              <a:lnSpc>
                <a:spcPts val="1600"/>
              </a:lnSpc>
            </a:pPr>
            <a:endParaRPr lang="en-IN" sz="8000" b="1" spc="-45" dirty="0">
              <a:latin typeface="Times New Roman"/>
              <a:cs typeface="Times New Roman"/>
            </a:endParaRPr>
          </a:p>
          <a:p>
            <a:pPr marL="1156970" marR="1136650" indent="1270" algn="ctr">
              <a:lnSpc>
                <a:spcPts val="1600"/>
              </a:lnSpc>
            </a:pPr>
            <a:endParaRPr lang="en-IN" sz="8000" b="1" spc="-45" dirty="0">
              <a:latin typeface="Times New Roman"/>
              <a:cs typeface="Times New Roman"/>
            </a:endParaRPr>
          </a:p>
          <a:p>
            <a:pPr marL="1156970" marR="1136650" indent="1270" algn="ctr">
              <a:lnSpc>
                <a:spcPts val="1600"/>
              </a:lnSpc>
            </a:pPr>
            <a:endParaRPr lang="en-IN" sz="8000" b="1" spc="-45" dirty="0">
              <a:latin typeface="Times New Roman"/>
              <a:cs typeface="Times New Roman"/>
            </a:endParaRPr>
          </a:p>
          <a:p>
            <a:pPr marL="1156970" marR="1136650" indent="1270" algn="ctr">
              <a:lnSpc>
                <a:spcPts val="1600"/>
              </a:lnSpc>
            </a:pPr>
            <a:r>
              <a:rPr sz="8000" spc="-45" dirty="0">
                <a:latin typeface="Times New Roman"/>
                <a:cs typeface="Times New Roman"/>
              </a:rPr>
              <a:t> </a:t>
            </a:r>
            <a:r>
              <a:rPr sz="8000" b="1" dirty="0">
                <a:latin typeface="Times New Roman"/>
                <a:cs typeface="Times New Roman"/>
              </a:rPr>
              <a:t>and</a:t>
            </a:r>
            <a:r>
              <a:rPr sz="8000" spc="-45" dirty="0">
                <a:latin typeface="Times New Roman"/>
                <a:cs typeface="Times New Roman"/>
              </a:rPr>
              <a:t> </a:t>
            </a:r>
            <a:r>
              <a:rPr sz="8000" b="1" spc="-10" dirty="0">
                <a:latin typeface="Times New Roman"/>
                <a:cs typeface="Times New Roman"/>
              </a:rPr>
              <a:t>Design</a:t>
            </a:r>
            <a:endParaRPr sz="8000" dirty="0">
              <a:latin typeface="Times New Roman"/>
              <a:cs typeface="Times New Roman"/>
            </a:endParaRPr>
          </a:p>
          <a:p>
            <a:pPr>
              <a:spcBef>
                <a:spcPts val="55"/>
              </a:spcBef>
            </a:pPr>
            <a:endParaRPr sz="8800" dirty="0">
              <a:latin typeface="Times New Roman"/>
              <a:cs typeface="Times New Roman"/>
            </a:endParaRPr>
          </a:p>
          <a:p>
            <a:pPr>
              <a:spcBef>
                <a:spcPts val="5"/>
              </a:spcBef>
            </a:pPr>
            <a:endParaRPr sz="88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7934965" y="8086398"/>
            <a:ext cx="70485" cy="110928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spcBef>
                <a:spcPts val="25"/>
              </a:spcBef>
            </a:pPr>
            <a:r>
              <a:rPr sz="700" dirty="0">
                <a:latin typeface="Times New Roman"/>
                <a:cs typeface="Times New Roman"/>
              </a:rPr>
              <a:t>6</a:t>
            </a:r>
            <a:endParaRPr sz="700">
              <a:latin typeface="Times New Roman"/>
              <a:cs typeface="Times New Roman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381000" y="774192"/>
            <a:ext cx="11353800" cy="8177880"/>
          </a:xfrm>
          <a:prstGeom prst="rect">
            <a:avLst/>
          </a:prstGeom>
          <a:ln w="12953">
            <a:solidFill>
              <a:srgbClr val="000000"/>
            </a:solidFill>
          </a:ln>
        </p:spPr>
        <p:txBody>
          <a:bodyPr vert="horz" wrap="square" lIns="0" tIns="194310" rIns="0" bIns="0" rtlCol="0">
            <a:spAutoFit/>
          </a:bodyPr>
          <a:lstStyle/>
          <a:p>
            <a:pPr algn="ctr">
              <a:spcBef>
                <a:spcPts val="1530"/>
              </a:spcBef>
            </a:pPr>
            <a:r>
              <a:rPr sz="4000" b="1" dirty="0">
                <a:latin typeface="Times New Roman"/>
                <a:cs typeface="Times New Roman"/>
              </a:rPr>
              <a:t>Key</a:t>
            </a:r>
            <a:r>
              <a:rPr sz="4000" spc="-35" dirty="0">
                <a:latin typeface="Times New Roman"/>
                <a:cs typeface="Times New Roman"/>
              </a:rPr>
              <a:t> </a:t>
            </a:r>
            <a:r>
              <a:rPr sz="4000" b="1" spc="-10" dirty="0">
                <a:latin typeface="Times New Roman"/>
                <a:cs typeface="Times New Roman"/>
              </a:rPr>
              <a:t>Definitions</a:t>
            </a:r>
            <a:endParaRPr sz="40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4000" dirty="0">
              <a:latin typeface="Times New Roman"/>
              <a:cs typeface="Times New Roman"/>
            </a:endParaRPr>
          </a:p>
          <a:p>
            <a:pPr marL="553720" marR="981710" indent="-171450">
              <a:spcBef>
                <a:spcPts val="1415"/>
              </a:spcBef>
              <a:buChar char="•"/>
              <a:tabLst>
                <a:tab pos="554355" algn="l"/>
              </a:tabLst>
            </a:pPr>
            <a:r>
              <a:rPr sz="3200" dirty="0">
                <a:latin typeface="Times New Roman"/>
                <a:cs typeface="Times New Roman"/>
              </a:rPr>
              <a:t>A</a:t>
            </a:r>
            <a:r>
              <a:rPr sz="3200" spc="-20" dirty="0">
                <a:latin typeface="Times New Roman"/>
                <a:cs typeface="Times New Roman"/>
              </a:rPr>
              <a:t> </a:t>
            </a:r>
            <a:r>
              <a:rPr sz="3200" i="1" dirty="0">
                <a:latin typeface="Times New Roman"/>
                <a:cs typeface="Times New Roman"/>
              </a:rPr>
              <a:t>process</a:t>
            </a:r>
            <a:r>
              <a:rPr sz="3200" spc="-10" dirty="0">
                <a:latin typeface="Times New Roman"/>
                <a:cs typeface="Times New Roman"/>
              </a:rPr>
              <a:t> </a:t>
            </a:r>
            <a:r>
              <a:rPr sz="3200" i="1" dirty="0">
                <a:latin typeface="Times New Roman"/>
                <a:cs typeface="Times New Roman"/>
              </a:rPr>
              <a:t>model</a:t>
            </a:r>
            <a:r>
              <a:rPr sz="3200" spc="-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is</a:t>
            </a:r>
            <a:r>
              <a:rPr sz="3200" spc="-1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</a:t>
            </a:r>
            <a:r>
              <a:rPr sz="3200" spc="-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formal</a:t>
            </a:r>
            <a:r>
              <a:rPr sz="3200" spc="-1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way</a:t>
            </a:r>
            <a:r>
              <a:rPr sz="3200" spc="-5" dirty="0">
                <a:latin typeface="Times New Roman"/>
                <a:cs typeface="Times New Roman"/>
              </a:rPr>
              <a:t> </a:t>
            </a:r>
            <a:r>
              <a:rPr sz="3200" spc="-25" dirty="0">
                <a:latin typeface="Times New Roman"/>
                <a:cs typeface="Times New Roman"/>
              </a:rPr>
              <a:t>of </a:t>
            </a:r>
            <a:r>
              <a:rPr sz="3200" dirty="0">
                <a:latin typeface="Times New Roman"/>
                <a:cs typeface="Times New Roman"/>
              </a:rPr>
              <a:t>representing</a:t>
            </a:r>
            <a:r>
              <a:rPr sz="3200" spc="-2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how</a:t>
            </a:r>
            <a:r>
              <a:rPr sz="3200" spc="-2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</a:t>
            </a:r>
            <a:r>
              <a:rPr sz="3200" spc="-2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business</a:t>
            </a:r>
            <a:r>
              <a:rPr sz="3200" spc="-25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imes New Roman"/>
                <a:cs typeface="Times New Roman"/>
              </a:rPr>
              <a:t>operates</a:t>
            </a:r>
            <a:endParaRPr sz="3200" dirty="0">
              <a:latin typeface="Times New Roman"/>
              <a:cs typeface="Times New Roman"/>
            </a:endParaRPr>
          </a:p>
          <a:p>
            <a:pPr marL="553720" marR="595630" indent="-171450">
              <a:spcBef>
                <a:spcPts val="375"/>
              </a:spcBef>
              <a:buFont typeface="Times New Roman"/>
              <a:buChar char="•"/>
              <a:tabLst>
                <a:tab pos="554355" algn="l"/>
              </a:tabLst>
            </a:pPr>
            <a:r>
              <a:rPr sz="3200" i="1" dirty="0">
                <a:latin typeface="Times New Roman"/>
                <a:cs typeface="Times New Roman"/>
              </a:rPr>
              <a:t>Data</a:t>
            </a:r>
            <a:r>
              <a:rPr sz="3200" spc="-15" dirty="0">
                <a:latin typeface="Times New Roman"/>
                <a:cs typeface="Times New Roman"/>
              </a:rPr>
              <a:t> </a:t>
            </a:r>
            <a:r>
              <a:rPr sz="3200" i="1" dirty="0">
                <a:latin typeface="Times New Roman"/>
                <a:cs typeface="Times New Roman"/>
              </a:rPr>
              <a:t>flow</a:t>
            </a:r>
            <a:r>
              <a:rPr sz="3200" spc="-15" dirty="0">
                <a:latin typeface="Times New Roman"/>
                <a:cs typeface="Times New Roman"/>
              </a:rPr>
              <a:t> </a:t>
            </a:r>
            <a:r>
              <a:rPr sz="3200" i="1" dirty="0">
                <a:latin typeface="Times New Roman"/>
                <a:cs typeface="Times New Roman"/>
              </a:rPr>
              <a:t>diagramming</a:t>
            </a:r>
            <a:r>
              <a:rPr sz="3200" spc="-1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shows</a:t>
            </a:r>
            <a:r>
              <a:rPr sz="3200" spc="-15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imes New Roman"/>
                <a:cs typeface="Times New Roman"/>
              </a:rPr>
              <a:t>business </a:t>
            </a:r>
            <a:r>
              <a:rPr sz="3200" dirty="0">
                <a:latin typeface="Times New Roman"/>
                <a:cs typeface="Times New Roman"/>
              </a:rPr>
              <a:t>processes</a:t>
            </a:r>
            <a:r>
              <a:rPr sz="3200" spc="-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and</a:t>
            </a:r>
            <a:r>
              <a:rPr sz="3200" spc="-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the data</a:t>
            </a:r>
            <a:r>
              <a:rPr sz="3200" spc="-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that</a:t>
            </a:r>
            <a:r>
              <a:rPr sz="3200" spc="-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flows</a:t>
            </a:r>
            <a:r>
              <a:rPr sz="3200" spc="-10" dirty="0">
                <a:latin typeface="Times New Roman"/>
                <a:cs typeface="Times New Roman"/>
              </a:rPr>
              <a:t> between </a:t>
            </a:r>
            <a:r>
              <a:rPr sz="3200" spc="-20" dirty="0">
                <a:latin typeface="Times New Roman"/>
                <a:cs typeface="Times New Roman"/>
              </a:rPr>
              <a:t>them</a:t>
            </a:r>
            <a:endParaRPr lang="en-IN" sz="3200" spc="-20" dirty="0">
              <a:latin typeface="Times New Roman"/>
              <a:cs typeface="Times New Roman"/>
            </a:endParaRPr>
          </a:p>
          <a:p>
            <a:pPr marL="553720" marR="468630" indent="-171450">
              <a:spcBef>
                <a:spcPts val="1715"/>
              </a:spcBef>
              <a:buFont typeface="Times New Roman"/>
              <a:buChar char="•"/>
              <a:tabLst>
                <a:tab pos="554355" algn="l"/>
              </a:tabLst>
            </a:pPr>
            <a:r>
              <a:rPr lang="en-US" sz="3200" i="1" dirty="0">
                <a:latin typeface="Times New Roman"/>
                <a:cs typeface="Times New Roman"/>
              </a:rPr>
              <a:t>Logical</a:t>
            </a:r>
            <a:r>
              <a:rPr lang="en-US" sz="3200" spc="-20" dirty="0">
                <a:latin typeface="Times New Roman"/>
                <a:cs typeface="Times New Roman"/>
              </a:rPr>
              <a:t> </a:t>
            </a:r>
            <a:r>
              <a:rPr lang="en-US" sz="3200" i="1" dirty="0">
                <a:latin typeface="Times New Roman"/>
                <a:cs typeface="Times New Roman"/>
              </a:rPr>
              <a:t>process</a:t>
            </a:r>
            <a:r>
              <a:rPr lang="en-US" sz="3200" spc="-15" dirty="0">
                <a:latin typeface="Times New Roman"/>
                <a:cs typeface="Times New Roman"/>
              </a:rPr>
              <a:t> </a:t>
            </a:r>
            <a:r>
              <a:rPr lang="en-US" sz="3200" dirty="0">
                <a:latin typeface="Times New Roman"/>
                <a:cs typeface="Times New Roman"/>
              </a:rPr>
              <a:t>models</a:t>
            </a:r>
            <a:r>
              <a:rPr lang="en-US" sz="3200" spc="-15" dirty="0">
                <a:latin typeface="Times New Roman"/>
                <a:cs typeface="Times New Roman"/>
              </a:rPr>
              <a:t> </a:t>
            </a:r>
            <a:r>
              <a:rPr lang="en-US" sz="3200" dirty="0">
                <a:latin typeface="Times New Roman"/>
                <a:cs typeface="Times New Roman"/>
              </a:rPr>
              <a:t>describe</a:t>
            </a:r>
            <a:r>
              <a:rPr lang="en-US" sz="3200" spc="-15" dirty="0">
                <a:latin typeface="Times New Roman"/>
                <a:cs typeface="Times New Roman"/>
              </a:rPr>
              <a:t> </a:t>
            </a:r>
            <a:r>
              <a:rPr lang="en-US" sz="3200" spc="-10" dirty="0">
                <a:latin typeface="Times New Roman"/>
                <a:cs typeface="Times New Roman"/>
              </a:rPr>
              <a:t>processes </a:t>
            </a:r>
            <a:r>
              <a:rPr lang="en-US" sz="3200" dirty="0">
                <a:latin typeface="Times New Roman"/>
                <a:cs typeface="Times New Roman"/>
              </a:rPr>
              <a:t>without</a:t>
            </a:r>
            <a:r>
              <a:rPr lang="en-US" sz="3200" spc="-20" dirty="0">
                <a:latin typeface="Times New Roman"/>
                <a:cs typeface="Times New Roman"/>
              </a:rPr>
              <a:t> </a:t>
            </a:r>
            <a:r>
              <a:rPr lang="en-US" sz="3200" dirty="0">
                <a:latin typeface="Times New Roman"/>
                <a:cs typeface="Times New Roman"/>
              </a:rPr>
              <a:t>suggesting</a:t>
            </a:r>
            <a:r>
              <a:rPr lang="en-US" sz="3200" spc="-5" dirty="0">
                <a:latin typeface="Times New Roman"/>
                <a:cs typeface="Times New Roman"/>
              </a:rPr>
              <a:t> </a:t>
            </a:r>
            <a:r>
              <a:rPr lang="en-US" sz="3200" dirty="0">
                <a:latin typeface="Times New Roman"/>
                <a:cs typeface="Times New Roman"/>
              </a:rPr>
              <a:t>how</a:t>
            </a:r>
            <a:r>
              <a:rPr lang="en-US" sz="3200" spc="-10" dirty="0">
                <a:latin typeface="Times New Roman"/>
                <a:cs typeface="Times New Roman"/>
              </a:rPr>
              <a:t> </a:t>
            </a:r>
            <a:r>
              <a:rPr lang="en-US" sz="3200" dirty="0">
                <a:latin typeface="Times New Roman"/>
                <a:cs typeface="Times New Roman"/>
              </a:rPr>
              <a:t>they</a:t>
            </a:r>
            <a:r>
              <a:rPr lang="en-US" sz="3200" spc="-5" dirty="0">
                <a:latin typeface="Times New Roman"/>
                <a:cs typeface="Times New Roman"/>
              </a:rPr>
              <a:t> </a:t>
            </a:r>
            <a:r>
              <a:rPr lang="en-US" sz="3200" dirty="0">
                <a:latin typeface="Times New Roman"/>
                <a:cs typeface="Times New Roman"/>
              </a:rPr>
              <a:t>are</a:t>
            </a:r>
            <a:r>
              <a:rPr lang="en-US" sz="3200" spc="-5" dirty="0">
                <a:latin typeface="Times New Roman"/>
                <a:cs typeface="Times New Roman"/>
              </a:rPr>
              <a:t> </a:t>
            </a:r>
            <a:r>
              <a:rPr lang="en-US" sz="3200" spc="-10" dirty="0">
                <a:latin typeface="Times New Roman"/>
                <a:cs typeface="Times New Roman"/>
              </a:rPr>
              <a:t>conducted</a:t>
            </a:r>
            <a:endParaRPr lang="en-US" sz="3200" dirty="0">
              <a:latin typeface="Times New Roman"/>
              <a:cs typeface="Times New Roman"/>
            </a:endParaRPr>
          </a:p>
          <a:p>
            <a:pPr marL="553720" marR="506095" indent="-171450">
              <a:spcBef>
                <a:spcPts val="375"/>
              </a:spcBef>
              <a:buFont typeface="Times New Roman"/>
              <a:buChar char="•"/>
              <a:tabLst>
                <a:tab pos="554355" algn="l"/>
              </a:tabLst>
            </a:pPr>
            <a:r>
              <a:rPr lang="en-US" sz="3200" i="1" dirty="0">
                <a:latin typeface="Times New Roman"/>
                <a:cs typeface="Times New Roman"/>
              </a:rPr>
              <a:t>Physical</a:t>
            </a:r>
            <a:r>
              <a:rPr lang="en-US" sz="3200" spc="-30" dirty="0">
                <a:latin typeface="Times New Roman"/>
                <a:cs typeface="Times New Roman"/>
              </a:rPr>
              <a:t> </a:t>
            </a:r>
            <a:r>
              <a:rPr lang="en-US" sz="3200" i="1" dirty="0">
                <a:latin typeface="Times New Roman"/>
                <a:cs typeface="Times New Roman"/>
              </a:rPr>
              <a:t>models</a:t>
            </a:r>
            <a:r>
              <a:rPr lang="en-US" sz="3200" spc="-5" dirty="0">
                <a:latin typeface="Times New Roman"/>
                <a:cs typeface="Times New Roman"/>
              </a:rPr>
              <a:t> </a:t>
            </a:r>
            <a:r>
              <a:rPr lang="en-US" sz="3200" dirty="0">
                <a:latin typeface="Times New Roman"/>
                <a:cs typeface="Times New Roman"/>
              </a:rPr>
              <a:t>include</a:t>
            </a:r>
            <a:r>
              <a:rPr lang="en-US" sz="3200" spc="-10" dirty="0">
                <a:latin typeface="Times New Roman"/>
                <a:cs typeface="Times New Roman"/>
              </a:rPr>
              <a:t> </a:t>
            </a:r>
            <a:r>
              <a:rPr lang="en-US" sz="3200" dirty="0">
                <a:latin typeface="Times New Roman"/>
                <a:cs typeface="Times New Roman"/>
              </a:rPr>
              <a:t>information</a:t>
            </a:r>
            <a:r>
              <a:rPr lang="en-US" sz="3200" spc="-10" dirty="0">
                <a:latin typeface="Times New Roman"/>
                <a:cs typeface="Times New Roman"/>
              </a:rPr>
              <a:t> about </a:t>
            </a:r>
            <a:r>
              <a:rPr lang="en-US" sz="3200" dirty="0">
                <a:latin typeface="Times New Roman"/>
                <a:cs typeface="Times New Roman"/>
              </a:rPr>
              <a:t>how</a:t>
            </a:r>
            <a:r>
              <a:rPr lang="en-US" sz="3200" spc="-10" dirty="0">
                <a:latin typeface="Times New Roman"/>
                <a:cs typeface="Times New Roman"/>
              </a:rPr>
              <a:t> </a:t>
            </a:r>
            <a:r>
              <a:rPr lang="en-US" sz="3200" dirty="0">
                <a:latin typeface="Times New Roman"/>
                <a:cs typeface="Times New Roman"/>
              </a:rPr>
              <a:t>the</a:t>
            </a:r>
            <a:r>
              <a:rPr lang="en-US" sz="3200" spc="-5" dirty="0">
                <a:latin typeface="Times New Roman"/>
                <a:cs typeface="Times New Roman"/>
              </a:rPr>
              <a:t> </a:t>
            </a:r>
            <a:r>
              <a:rPr lang="en-US" sz="3200" dirty="0">
                <a:latin typeface="Times New Roman"/>
                <a:cs typeface="Times New Roman"/>
              </a:rPr>
              <a:t>processes</a:t>
            </a:r>
            <a:r>
              <a:rPr lang="en-US" sz="3200" spc="-10" dirty="0">
                <a:latin typeface="Times New Roman"/>
                <a:cs typeface="Times New Roman"/>
              </a:rPr>
              <a:t> </a:t>
            </a:r>
            <a:r>
              <a:rPr lang="en-US" sz="3200" dirty="0">
                <a:latin typeface="Times New Roman"/>
                <a:cs typeface="Times New Roman"/>
              </a:rPr>
              <a:t>are</a:t>
            </a:r>
            <a:r>
              <a:rPr lang="en-US" sz="3200" spc="-5" dirty="0">
                <a:latin typeface="Times New Roman"/>
                <a:cs typeface="Times New Roman"/>
              </a:rPr>
              <a:t> </a:t>
            </a:r>
            <a:r>
              <a:rPr lang="en-US" sz="3200" spc="-10" dirty="0">
                <a:latin typeface="Times New Roman"/>
                <a:cs typeface="Times New Roman"/>
              </a:rPr>
              <a:t>implemented</a:t>
            </a:r>
            <a:endParaRPr lang="en-US" sz="3200" dirty="0">
              <a:latin typeface="Times New Roman"/>
              <a:cs typeface="Times New Roman"/>
            </a:endParaRPr>
          </a:p>
          <a:p>
            <a:pPr marL="553720" marR="595630" indent="-171450">
              <a:spcBef>
                <a:spcPts val="375"/>
              </a:spcBef>
              <a:buFont typeface="Times New Roman"/>
              <a:buChar char="•"/>
              <a:tabLst>
                <a:tab pos="554355" algn="l"/>
              </a:tabLst>
            </a:pPr>
            <a:endParaRPr sz="32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32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32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3200" dirty="0">
              <a:latin typeface="Times New Roman"/>
              <a:cs typeface="Times New Roman"/>
            </a:endParaRPr>
          </a:p>
          <a:p>
            <a:pPr marR="375920" algn="r">
              <a:spcBef>
                <a:spcPts val="994"/>
              </a:spcBef>
            </a:pPr>
            <a:r>
              <a:rPr sz="1100" dirty="0">
                <a:latin typeface="Times New Roman"/>
                <a:cs typeface="Times New Roman"/>
              </a:rPr>
              <a:t>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81000" y="304799"/>
            <a:ext cx="11536382" cy="3194464"/>
          </a:xfrm>
          <a:prstGeom prst="rect">
            <a:avLst/>
          </a:prstGeom>
          <a:ln w="12953">
            <a:solidFill>
              <a:srgbClr val="000000"/>
            </a:solidFill>
          </a:ln>
        </p:spPr>
        <p:txBody>
          <a:bodyPr vert="horz" wrap="square" lIns="0" tIns="41910" rIns="0" bIns="0" rtlCol="0">
            <a:spAutoFit/>
          </a:bodyPr>
          <a:lstStyle/>
          <a:p>
            <a:pPr marL="1933575" marR="622300" indent="-1305560" algn="ctr">
              <a:spcBef>
                <a:spcPts val="330"/>
              </a:spcBef>
            </a:pPr>
            <a:r>
              <a:rPr sz="2800" b="1" dirty="0">
                <a:latin typeface="Times New Roman"/>
                <a:cs typeface="Times New Roman"/>
              </a:rPr>
              <a:t>Reading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a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Data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Flow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b="1" spc="-10" dirty="0">
                <a:latin typeface="Times New Roman"/>
                <a:cs typeface="Times New Roman"/>
              </a:rPr>
              <a:t>Diagram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b="1" spc="-10" dirty="0">
                <a:latin typeface="Times New Roman"/>
                <a:cs typeface="Times New Roman"/>
              </a:rPr>
              <a:t>(DFD)</a:t>
            </a:r>
            <a:endParaRPr sz="28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2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2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2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2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2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2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200" dirty="0">
              <a:latin typeface="Times New Roman"/>
              <a:cs typeface="Times New Roman"/>
            </a:endParaRPr>
          </a:p>
          <a:p>
            <a:pPr marR="375920" algn="r">
              <a:spcBef>
                <a:spcPts val="1870"/>
              </a:spcBef>
            </a:pPr>
            <a:r>
              <a:rPr sz="700" dirty="0">
                <a:latin typeface="Times New Roman"/>
                <a:cs typeface="Times New Roman"/>
              </a:rPr>
              <a:t>7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62583" y="1098804"/>
            <a:ext cx="9043417" cy="705459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7EC221-B476-8B45-AEC6-8445113357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>
            <a:extLst>
              <a:ext uri="{FF2B5EF4-FFF2-40B4-BE49-F238E27FC236}">
                <a16:creationId xmlns:a16="http://schemas.microsoft.com/office/drawing/2014/main" id="{FB8348E3-01FF-04D2-BE3C-B23D6B8E0559}"/>
              </a:ext>
            </a:extLst>
          </p:cNvPr>
          <p:cNvSpPr txBox="1"/>
          <p:nvPr/>
        </p:nvSpPr>
        <p:spPr>
          <a:xfrm>
            <a:off x="685800" y="290681"/>
            <a:ext cx="11109981" cy="773289"/>
          </a:xfrm>
          <a:prstGeom prst="rect">
            <a:avLst/>
          </a:prstGeom>
          <a:ln w="12953">
            <a:solidFill>
              <a:srgbClr val="000000"/>
            </a:solidFill>
          </a:ln>
        </p:spPr>
        <p:txBody>
          <a:bodyPr vert="horz" wrap="square" lIns="0" tIns="156210" rIns="0" bIns="0" rtlCol="0">
            <a:spAutoFit/>
          </a:bodyPr>
          <a:lstStyle/>
          <a:p>
            <a:pPr algn="ctr">
              <a:spcBef>
                <a:spcPts val="1230"/>
              </a:spcBef>
            </a:pPr>
            <a:r>
              <a:rPr sz="4000" b="1" dirty="0">
                <a:latin typeface="Times New Roman"/>
                <a:cs typeface="Times New Roman"/>
              </a:rPr>
              <a:t>DFD</a:t>
            </a:r>
            <a:r>
              <a:rPr sz="4000" spc="-50" dirty="0">
                <a:latin typeface="Times New Roman"/>
                <a:cs typeface="Times New Roman"/>
              </a:rPr>
              <a:t> </a:t>
            </a:r>
            <a:r>
              <a:rPr sz="4000" b="1" spc="-10" dirty="0">
                <a:latin typeface="Times New Roman"/>
                <a:cs typeface="Times New Roman"/>
              </a:rPr>
              <a:t>Elements</a:t>
            </a:r>
            <a:endParaRPr sz="4000" dirty="0">
              <a:latin typeface="Times New Roman"/>
              <a:cs typeface="Times New Roman"/>
            </a:endParaRPr>
          </a:p>
        </p:txBody>
      </p:sp>
      <p:pic>
        <p:nvPicPr>
          <p:cNvPr id="5" name="object 5">
            <a:extLst>
              <a:ext uri="{FF2B5EF4-FFF2-40B4-BE49-F238E27FC236}">
                <a16:creationId xmlns:a16="http://schemas.microsoft.com/office/drawing/2014/main" id="{CCA52899-254E-B5E1-DEBB-D65369730188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60706" y="1098804"/>
            <a:ext cx="10140694" cy="7587996"/>
          </a:xfrm>
          <a:prstGeom prst="rect">
            <a:avLst/>
          </a:prstGeom>
        </p:spPr>
      </p:pic>
      <p:sp>
        <p:nvSpPr>
          <p:cNvPr id="6" name="object 6">
            <a:extLst>
              <a:ext uri="{FF2B5EF4-FFF2-40B4-BE49-F238E27FC236}">
                <a16:creationId xmlns:a16="http://schemas.microsoft.com/office/drawing/2014/main" id="{EBBB0383-4C4B-8012-FA2E-FC375BBB6858}"/>
              </a:ext>
            </a:extLst>
          </p:cNvPr>
          <p:cNvSpPr txBox="1"/>
          <p:nvPr/>
        </p:nvSpPr>
        <p:spPr>
          <a:xfrm>
            <a:off x="4804670" y="3439721"/>
            <a:ext cx="171756" cy="110928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spcBef>
                <a:spcPts val="25"/>
              </a:spcBef>
            </a:pPr>
            <a:r>
              <a:rPr sz="700" dirty="0">
                <a:latin typeface="Times New Roman"/>
                <a:cs typeface="Times New Roman"/>
              </a:rPr>
              <a:t>8</a:t>
            </a:r>
            <a:endParaRPr sz="70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8534651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347470" y="3353811"/>
            <a:ext cx="201694" cy="12054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700" dirty="0">
                <a:latin typeface="Times New Roman"/>
                <a:cs typeface="Times New Roman"/>
              </a:rPr>
              <a:t>9</a:t>
            </a:r>
            <a:endParaRPr sz="7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461012" y="372864"/>
            <a:ext cx="5990875" cy="31995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z="2000" b="1" dirty="0">
                <a:latin typeface="Times New Roman"/>
                <a:cs typeface="Times New Roman"/>
              </a:rPr>
              <a:t>Structured</a:t>
            </a:r>
            <a:r>
              <a:rPr sz="2000" spc="-100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English</a:t>
            </a:r>
            <a:endParaRPr sz="2000">
              <a:latin typeface="Times New Roman"/>
              <a:cs typeface="Times New Roman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25303909"/>
              </p:ext>
            </p:extLst>
          </p:nvPr>
        </p:nvGraphicFramePr>
        <p:xfrm>
          <a:off x="562230" y="981330"/>
          <a:ext cx="10791570" cy="770546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3397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5179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20171">
                <a:tc>
                  <a:txBody>
                    <a:bodyPr/>
                    <a:lstStyle/>
                    <a:p>
                      <a:pPr marL="160020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700" dirty="0">
                          <a:latin typeface="Verdana"/>
                          <a:cs typeface="Verdana"/>
                        </a:rPr>
                        <a:t>Common</a:t>
                      </a:r>
                      <a:r>
                        <a:rPr sz="700" spc="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spc="-10" dirty="0">
                          <a:latin typeface="Verdana"/>
                          <a:cs typeface="Verdana"/>
                        </a:rPr>
                        <a:t>Statements</a:t>
                      </a:r>
                      <a:endParaRPr sz="700">
                        <a:latin typeface="Verdana"/>
                        <a:cs typeface="Verdana"/>
                      </a:endParaRPr>
                    </a:p>
                  </a:txBody>
                  <a:tcPr marL="0" marR="0" marT="22225" marB="0">
                    <a:lnL w="6350">
                      <a:solidFill>
                        <a:srgbClr val="010101"/>
                      </a:solidFill>
                      <a:prstDash val="solid"/>
                    </a:lnL>
                    <a:lnT w="6350">
                      <a:solidFill>
                        <a:srgbClr val="010101"/>
                      </a:solidFill>
                      <a:prstDash val="solid"/>
                    </a:lnT>
                    <a:lnB w="6350">
                      <a:solidFill>
                        <a:srgbClr val="01010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700" spc="-10" dirty="0">
                          <a:latin typeface="Verdana"/>
                          <a:cs typeface="Verdana"/>
                        </a:rPr>
                        <a:t>Example</a:t>
                      </a:r>
                      <a:endParaRPr sz="700">
                        <a:latin typeface="Verdana"/>
                        <a:cs typeface="Verdana"/>
                      </a:endParaRPr>
                    </a:p>
                  </a:txBody>
                  <a:tcPr marL="0" marR="0" marT="22225" marB="0">
                    <a:lnR w="6350">
                      <a:solidFill>
                        <a:srgbClr val="010101"/>
                      </a:solidFill>
                      <a:prstDash val="solid"/>
                    </a:lnR>
                    <a:lnT w="6350">
                      <a:solidFill>
                        <a:srgbClr val="010101"/>
                      </a:solidFill>
                      <a:prstDash val="solid"/>
                    </a:lnT>
                    <a:lnB w="6350">
                      <a:solidFill>
                        <a:srgbClr val="01010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66865">
                <a:tc>
                  <a:txBody>
                    <a:bodyPr/>
                    <a:lstStyle/>
                    <a:p>
                      <a:pPr marL="160020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sz="700" dirty="0">
                          <a:latin typeface="Verdana"/>
                          <a:cs typeface="Verdana"/>
                        </a:rPr>
                        <a:t>Action</a:t>
                      </a:r>
                      <a:r>
                        <a:rPr sz="700" spc="7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spc="-10" dirty="0">
                          <a:latin typeface="Verdana"/>
                          <a:cs typeface="Verdana"/>
                        </a:rPr>
                        <a:t>Statement</a:t>
                      </a:r>
                      <a:endParaRPr sz="700">
                        <a:latin typeface="Verdana"/>
                        <a:cs typeface="Verdana"/>
                      </a:endParaRPr>
                    </a:p>
                  </a:txBody>
                  <a:tcPr marL="0" marR="0" marT="44450" marB="0">
                    <a:lnL w="6350">
                      <a:solidFill>
                        <a:srgbClr val="010101"/>
                      </a:solidFill>
                      <a:prstDash val="solid"/>
                    </a:lnL>
                    <a:lnT w="6350">
                      <a:solidFill>
                        <a:srgbClr val="010101"/>
                      </a:solidFill>
                      <a:prstDash val="solid"/>
                    </a:lnT>
                    <a:lnB w="6350">
                      <a:solidFill>
                        <a:srgbClr val="01010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710" marR="1131570" indent="1270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sz="700" dirty="0">
                          <a:latin typeface="Verdana"/>
                          <a:cs typeface="Verdana"/>
                        </a:rPr>
                        <a:t>Profits</a:t>
                      </a:r>
                      <a:r>
                        <a:rPr sz="700" spc="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dirty="0">
                          <a:latin typeface="Verdana"/>
                          <a:cs typeface="Verdana"/>
                        </a:rPr>
                        <a:t>=</a:t>
                      </a:r>
                      <a:r>
                        <a:rPr sz="700" spc="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dirty="0">
                          <a:latin typeface="Verdana"/>
                          <a:cs typeface="Verdana"/>
                        </a:rPr>
                        <a:t>Revenues</a:t>
                      </a:r>
                      <a:r>
                        <a:rPr sz="700" spc="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dirty="0">
                          <a:latin typeface="Verdana"/>
                          <a:cs typeface="Verdana"/>
                        </a:rPr>
                        <a:t>-</a:t>
                      </a:r>
                      <a:r>
                        <a:rPr sz="700" spc="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spc="-10" dirty="0">
                          <a:latin typeface="Verdana"/>
                          <a:cs typeface="Verdana"/>
                        </a:rPr>
                        <a:t>Expenses</a:t>
                      </a:r>
                      <a:r>
                        <a:rPr sz="70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dirty="0">
                          <a:latin typeface="Verdana"/>
                          <a:cs typeface="Verdana"/>
                        </a:rPr>
                        <a:t>Generate</a:t>
                      </a:r>
                      <a:r>
                        <a:rPr sz="700" spc="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dirty="0">
                          <a:latin typeface="Verdana"/>
                          <a:cs typeface="Verdana"/>
                        </a:rPr>
                        <a:t>Inventory</a:t>
                      </a:r>
                      <a:r>
                        <a:rPr sz="700" spc="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dirty="0">
                          <a:latin typeface="Verdana"/>
                          <a:cs typeface="Verdana"/>
                        </a:rPr>
                        <a:t>-</a:t>
                      </a:r>
                      <a:r>
                        <a:rPr sz="700" spc="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spc="-10" dirty="0">
                          <a:latin typeface="Verdana"/>
                          <a:cs typeface="Verdana"/>
                        </a:rPr>
                        <a:t>Report</a:t>
                      </a:r>
                      <a:endParaRPr sz="700">
                        <a:latin typeface="Verdana"/>
                        <a:cs typeface="Verdana"/>
                      </a:endParaRPr>
                    </a:p>
                    <a:p>
                      <a:pPr marL="93345">
                        <a:lnSpc>
                          <a:spcPts val="835"/>
                        </a:lnSpc>
                      </a:pPr>
                      <a:r>
                        <a:rPr sz="700" dirty="0">
                          <a:latin typeface="Verdana"/>
                          <a:cs typeface="Verdana"/>
                        </a:rPr>
                        <a:t>Add</a:t>
                      </a:r>
                      <a:r>
                        <a:rPr sz="700" spc="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dirty="0">
                          <a:latin typeface="Verdana"/>
                          <a:cs typeface="Verdana"/>
                        </a:rPr>
                        <a:t>Product</a:t>
                      </a:r>
                      <a:r>
                        <a:rPr sz="700" spc="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dirty="0">
                          <a:latin typeface="Verdana"/>
                          <a:cs typeface="Verdana"/>
                        </a:rPr>
                        <a:t>record</a:t>
                      </a:r>
                      <a:r>
                        <a:rPr sz="700" spc="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dirty="0">
                          <a:latin typeface="Verdana"/>
                          <a:cs typeface="Verdana"/>
                        </a:rPr>
                        <a:t>to</a:t>
                      </a:r>
                      <a:r>
                        <a:rPr sz="700" spc="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dirty="0">
                          <a:latin typeface="Verdana"/>
                          <a:cs typeface="Verdana"/>
                        </a:rPr>
                        <a:t>Product</a:t>
                      </a:r>
                      <a:r>
                        <a:rPr sz="700" spc="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dirty="0">
                          <a:latin typeface="Verdana"/>
                          <a:cs typeface="Verdana"/>
                        </a:rPr>
                        <a:t>Data</a:t>
                      </a:r>
                      <a:r>
                        <a:rPr sz="700" spc="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spc="-10" dirty="0">
                          <a:latin typeface="Verdana"/>
                          <a:cs typeface="Verdana"/>
                        </a:rPr>
                        <a:t>Store</a:t>
                      </a:r>
                      <a:endParaRPr sz="700">
                        <a:latin typeface="Verdana"/>
                        <a:cs typeface="Verdana"/>
                      </a:endParaRPr>
                    </a:p>
                  </a:txBody>
                  <a:tcPr marL="0" marR="0" marT="44450" marB="0">
                    <a:lnR w="6350">
                      <a:solidFill>
                        <a:srgbClr val="010101"/>
                      </a:solidFill>
                      <a:prstDash val="solid"/>
                    </a:lnR>
                    <a:lnT w="6350">
                      <a:solidFill>
                        <a:srgbClr val="010101"/>
                      </a:solidFill>
                      <a:prstDash val="solid"/>
                    </a:lnT>
                    <a:lnB w="6350">
                      <a:solidFill>
                        <a:srgbClr val="01010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15763">
                <a:tc>
                  <a:txBody>
                    <a:bodyPr/>
                    <a:lstStyle/>
                    <a:p>
                      <a:pPr marL="160020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sz="700" dirty="0">
                          <a:latin typeface="Verdana"/>
                          <a:cs typeface="Verdana"/>
                        </a:rPr>
                        <a:t>If</a:t>
                      </a:r>
                      <a:r>
                        <a:rPr sz="700" spc="7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spc="-10" dirty="0">
                          <a:latin typeface="Verdana"/>
                          <a:cs typeface="Verdana"/>
                        </a:rPr>
                        <a:t>Statement</a:t>
                      </a:r>
                      <a:endParaRPr sz="700">
                        <a:latin typeface="Verdana"/>
                        <a:cs typeface="Verdana"/>
                      </a:endParaRPr>
                    </a:p>
                  </a:txBody>
                  <a:tcPr marL="0" marR="0" marT="50165" marB="0">
                    <a:lnL w="6350">
                      <a:solidFill>
                        <a:srgbClr val="010101"/>
                      </a:solidFill>
                      <a:prstDash val="solid"/>
                    </a:lnL>
                    <a:lnT w="6350">
                      <a:solidFill>
                        <a:srgbClr val="010101"/>
                      </a:solidFill>
                      <a:prstDash val="solid"/>
                    </a:lnT>
                    <a:lnB w="6350">
                      <a:solidFill>
                        <a:srgbClr val="01010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4615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sz="700" dirty="0">
                          <a:latin typeface="Verdana"/>
                          <a:cs typeface="Verdana"/>
                        </a:rPr>
                        <a:t>IF</a:t>
                      </a:r>
                      <a:r>
                        <a:rPr sz="700" spc="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dirty="0">
                          <a:latin typeface="Verdana"/>
                          <a:cs typeface="Verdana"/>
                        </a:rPr>
                        <a:t>Customer</a:t>
                      </a:r>
                      <a:r>
                        <a:rPr sz="700" spc="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dirty="0">
                          <a:latin typeface="Verdana"/>
                          <a:cs typeface="Verdana"/>
                        </a:rPr>
                        <a:t>Not</a:t>
                      </a:r>
                      <a:r>
                        <a:rPr sz="700" spc="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dirty="0">
                          <a:latin typeface="Verdana"/>
                          <a:cs typeface="Verdana"/>
                        </a:rPr>
                        <a:t>in</a:t>
                      </a:r>
                      <a:r>
                        <a:rPr sz="700" spc="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dirty="0">
                          <a:latin typeface="Verdana"/>
                          <a:cs typeface="Verdana"/>
                        </a:rPr>
                        <a:t>Customer</a:t>
                      </a:r>
                      <a:r>
                        <a:rPr sz="700" spc="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dirty="0">
                          <a:latin typeface="Verdana"/>
                          <a:cs typeface="Verdana"/>
                        </a:rPr>
                        <a:t>Data</a:t>
                      </a:r>
                      <a:r>
                        <a:rPr sz="700" spc="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spc="-10" dirty="0">
                          <a:latin typeface="Verdana"/>
                          <a:cs typeface="Verdana"/>
                        </a:rPr>
                        <a:t>Store</a:t>
                      </a:r>
                      <a:endParaRPr sz="700">
                        <a:latin typeface="Verdana"/>
                        <a:cs typeface="Verdana"/>
                      </a:endParaRPr>
                    </a:p>
                    <a:p>
                      <a:pPr marL="93345" marR="182880">
                        <a:lnSpc>
                          <a:spcPct val="100000"/>
                        </a:lnSpc>
                      </a:pPr>
                      <a:r>
                        <a:rPr sz="700" dirty="0">
                          <a:latin typeface="Verdana"/>
                          <a:cs typeface="Verdana"/>
                        </a:rPr>
                        <a:t>THEN</a:t>
                      </a:r>
                      <a:r>
                        <a:rPr sz="700" spc="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dirty="0">
                          <a:latin typeface="Verdana"/>
                          <a:cs typeface="Verdana"/>
                        </a:rPr>
                        <a:t>Add</a:t>
                      </a:r>
                      <a:r>
                        <a:rPr sz="700" spc="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dirty="0">
                          <a:latin typeface="Verdana"/>
                          <a:cs typeface="Verdana"/>
                        </a:rPr>
                        <a:t>Customer</a:t>
                      </a:r>
                      <a:r>
                        <a:rPr sz="700" spc="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dirty="0">
                          <a:latin typeface="Verdana"/>
                          <a:cs typeface="Verdana"/>
                        </a:rPr>
                        <a:t>record</a:t>
                      </a:r>
                      <a:r>
                        <a:rPr sz="700" spc="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dirty="0">
                          <a:latin typeface="Verdana"/>
                          <a:cs typeface="Verdana"/>
                        </a:rPr>
                        <a:t>to</a:t>
                      </a:r>
                      <a:r>
                        <a:rPr sz="700" spc="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dirty="0">
                          <a:latin typeface="Verdana"/>
                          <a:cs typeface="Verdana"/>
                        </a:rPr>
                        <a:t>Customer</a:t>
                      </a:r>
                      <a:r>
                        <a:rPr sz="700" spc="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dirty="0">
                          <a:latin typeface="Verdana"/>
                          <a:cs typeface="Verdana"/>
                        </a:rPr>
                        <a:t>Data</a:t>
                      </a:r>
                      <a:r>
                        <a:rPr sz="700" spc="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spc="-10" dirty="0">
                          <a:latin typeface="Verdana"/>
                          <a:cs typeface="Verdana"/>
                        </a:rPr>
                        <a:t>Store</a:t>
                      </a:r>
                      <a:r>
                        <a:rPr sz="70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dirty="0">
                          <a:latin typeface="Verdana"/>
                          <a:cs typeface="Verdana"/>
                        </a:rPr>
                        <a:t>ELSE</a:t>
                      </a:r>
                      <a:r>
                        <a:rPr sz="700" spc="8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dirty="0">
                          <a:latin typeface="Verdana"/>
                          <a:cs typeface="Verdana"/>
                        </a:rPr>
                        <a:t>Add</a:t>
                      </a:r>
                      <a:r>
                        <a:rPr sz="700" spc="8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spc="-10" dirty="0">
                          <a:latin typeface="Verdana"/>
                          <a:cs typeface="Verdana"/>
                        </a:rPr>
                        <a:t>Current-</a:t>
                      </a:r>
                      <a:r>
                        <a:rPr sz="700" dirty="0">
                          <a:latin typeface="Verdana"/>
                          <a:cs typeface="Verdana"/>
                        </a:rPr>
                        <a:t>Sale</a:t>
                      </a:r>
                      <a:r>
                        <a:rPr sz="700" spc="8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dirty="0">
                          <a:latin typeface="Verdana"/>
                          <a:cs typeface="Verdana"/>
                        </a:rPr>
                        <a:t>to</a:t>
                      </a:r>
                      <a:r>
                        <a:rPr sz="700" spc="8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dirty="0">
                          <a:latin typeface="Verdana"/>
                          <a:cs typeface="Verdana"/>
                        </a:rPr>
                        <a:t>Customer’s</a:t>
                      </a:r>
                      <a:r>
                        <a:rPr sz="700" spc="8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spc="-10" dirty="0">
                          <a:latin typeface="Verdana"/>
                          <a:cs typeface="Verdana"/>
                        </a:rPr>
                        <a:t>Total-Sales</a:t>
                      </a:r>
                      <a:endParaRPr sz="700">
                        <a:latin typeface="Verdana"/>
                        <a:cs typeface="Verdana"/>
                      </a:endParaRPr>
                    </a:p>
                    <a:p>
                      <a:pPr marL="216535">
                        <a:lnSpc>
                          <a:spcPts val="835"/>
                        </a:lnSpc>
                      </a:pPr>
                      <a:r>
                        <a:rPr sz="700" dirty="0">
                          <a:latin typeface="Verdana"/>
                          <a:cs typeface="Verdana"/>
                        </a:rPr>
                        <a:t>Update</a:t>
                      </a:r>
                      <a:r>
                        <a:rPr sz="700" spc="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dirty="0">
                          <a:latin typeface="Verdana"/>
                          <a:cs typeface="Verdana"/>
                        </a:rPr>
                        <a:t>Customer</a:t>
                      </a:r>
                      <a:r>
                        <a:rPr sz="700" spc="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dirty="0">
                          <a:latin typeface="Verdana"/>
                          <a:cs typeface="Verdana"/>
                        </a:rPr>
                        <a:t>record</a:t>
                      </a:r>
                      <a:r>
                        <a:rPr sz="700" spc="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dirty="0">
                          <a:latin typeface="Verdana"/>
                          <a:cs typeface="Verdana"/>
                        </a:rPr>
                        <a:t>in</a:t>
                      </a:r>
                      <a:r>
                        <a:rPr sz="700" spc="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dirty="0">
                          <a:latin typeface="Verdana"/>
                          <a:cs typeface="Verdana"/>
                        </a:rPr>
                        <a:t>Customer</a:t>
                      </a:r>
                      <a:r>
                        <a:rPr sz="700" spc="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dirty="0">
                          <a:latin typeface="Verdana"/>
                          <a:cs typeface="Verdana"/>
                        </a:rPr>
                        <a:t>Data</a:t>
                      </a:r>
                      <a:r>
                        <a:rPr sz="700" spc="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spc="-10" dirty="0">
                          <a:latin typeface="Verdana"/>
                          <a:cs typeface="Verdana"/>
                        </a:rPr>
                        <a:t>Store</a:t>
                      </a:r>
                      <a:endParaRPr sz="700">
                        <a:latin typeface="Verdana"/>
                        <a:cs typeface="Verdana"/>
                      </a:endParaRPr>
                    </a:p>
                  </a:txBody>
                  <a:tcPr marL="0" marR="0" marT="50165" marB="0">
                    <a:lnR w="6350">
                      <a:solidFill>
                        <a:srgbClr val="010101"/>
                      </a:solidFill>
                      <a:prstDash val="solid"/>
                    </a:lnR>
                    <a:lnT w="6350">
                      <a:solidFill>
                        <a:srgbClr val="010101"/>
                      </a:solidFill>
                      <a:prstDash val="solid"/>
                    </a:lnT>
                    <a:lnB w="6350">
                      <a:solidFill>
                        <a:srgbClr val="01010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91314">
                <a:tc>
                  <a:txBody>
                    <a:bodyPr/>
                    <a:lstStyle/>
                    <a:p>
                      <a:pPr marL="160020">
                        <a:lnSpc>
                          <a:spcPct val="100000"/>
                        </a:lnSpc>
                        <a:spcBef>
                          <a:spcPts val="685"/>
                        </a:spcBef>
                      </a:pPr>
                      <a:r>
                        <a:rPr sz="700" dirty="0">
                          <a:latin typeface="Verdana"/>
                          <a:cs typeface="Verdana"/>
                        </a:rPr>
                        <a:t>For</a:t>
                      </a:r>
                      <a:r>
                        <a:rPr sz="700" spc="7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spc="-10" dirty="0">
                          <a:latin typeface="Verdana"/>
                          <a:cs typeface="Verdana"/>
                        </a:rPr>
                        <a:t>Statement</a:t>
                      </a:r>
                      <a:endParaRPr sz="700">
                        <a:latin typeface="Verdana"/>
                        <a:cs typeface="Verdana"/>
                      </a:endParaRPr>
                    </a:p>
                  </a:txBody>
                  <a:tcPr marL="0" marR="0" marT="86995" marB="0">
                    <a:lnL w="6350">
                      <a:solidFill>
                        <a:srgbClr val="010101"/>
                      </a:solidFill>
                      <a:prstDash val="solid"/>
                    </a:lnL>
                    <a:lnT w="6350">
                      <a:solidFill>
                        <a:srgbClr val="010101"/>
                      </a:solidFill>
                      <a:prstDash val="solid"/>
                    </a:lnT>
                    <a:lnB w="6350">
                      <a:solidFill>
                        <a:srgbClr val="01010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16535" marR="393700" indent="-123189">
                        <a:lnSpc>
                          <a:spcPct val="100000"/>
                        </a:lnSpc>
                        <a:spcBef>
                          <a:spcPts val="685"/>
                        </a:spcBef>
                      </a:pPr>
                      <a:r>
                        <a:rPr sz="700" dirty="0">
                          <a:latin typeface="Verdana"/>
                          <a:cs typeface="Verdana"/>
                        </a:rPr>
                        <a:t>FOR</a:t>
                      </a:r>
                      <a:r>
                        <a:rPr sz="700" spc="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dirty="0">
                          <a:latin typeface="Verdana"/>
                          <a:cs typeface="Verdana"/>
                        </a:rPr>
                        <a:t>all</a:t>
                      </a:r>
                      <a:r>
                        <a:rPr sz="700" spc="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dirty="0">
                          <a:latin typeface="Verdana"/>
                          <a:cs typeface="Verdana"/>
                        </a:rPr>
                        <a:t>Customers</a:t>
                      </a:r>
                      <a:r>
                        <a:rPr sz="700" spc="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dirty="0">
                          <a:latin typeface="Verdana"/>
                          <a:cs typeface="Verdana"/>
                        </a:rPr>
                        <a:t>in</a:t>
                      </a:r>
                      <a:r>
                        <a:rPr sz="700" spc="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dirty="0">
                          <a:latin typeface="Verdana"/>
                          <a:cs typeface="Verdana"/>
                        </a:rPr>
                        <a:t>Customer</a:t>
                      </a:r>
                      <a:r>
                        <a:rPr sz="700" spc="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dirty="0">
                          <a:latin typeface="Verdana"/>
                          <a:cs typeface="Verdana"/>
                        </a:rPr>
                        <a:t>Data</a:t>
                      </a:r>
                      <a:r>
                        <a:rPr sz="700" spc="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spc="-10" dirty="0">
                          <a:latin typeface="Verdana"/>
                          <a:cs typeface="Verdana"/>
                        </a:rPr>
                        <a:t>Store</a:t>
                      </a:r>
                      <a:r>
                        <a:rPr sz="70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dirty="0">
                          <a:latin typeface="Verdana"/>
                          <a:cs typeface="Verdana"/>
                        </a:rPr>
                        <a:t>Generate</a:t>
                      </a:r>
                      <a:r>
                        <a:rPr sz="700" spc="7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dirty="0">
                          <a:latin typeface="Verdana"/>
                          <a:cs typeface="Verdana"/>
                        </a:rPr>
                        <a:t>a</a:t>
                      </a:r>
                      <a:r>
                        <a:rPr sz="700" spc="8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dirty="0">
                          <a:latin typeface="Verdana"/>
                          <a:cs typeface="Verdana"/>
                        </a:rPr>
                        <a:t>new</a:t>
                      </a:r>
                      <a:r>
                        <a:rPr sz="700" spc="7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dirty="0">
                          <a:latin typeface="Verdana"/>
                          <a:cs typeface="Verdana"/>
                        </a:rPr>
                        <a:t>line</a:t>
                      </a:r>
                      <a:r>
                        <a:rPr sz="700" spc="7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dirty="0">
                          <a:latin typeface="Verdana"/>
                          <a:cs typeface="Verdana"/>
                        </a:rPr>
                        <a:t>in</a:t>
                      </a:r>
                      <a:r>
                        <a:rPr sz="700" spc="7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dirty="0">
                          <a:latin typeface="Verdana"/>
                          <a:cs typeface="Verdana"/>
                        </a:rPr>
                        <a:t>the</a:t>
                      </a:r>
                      <a:r>
                        <a:rPr sz="700" spc="8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spc="-10" dirty="0">
                          <a:latin typeface="Verdana"/>
                          <a:cs typeface="Verdana"/>
                        </a:rPr>
                        <a:t>Customer-Report</a:t>
                      </a:r>
                      <a:r>
                        <a:rPr sz="70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dirty="0">
                          <a:latin typeface="Verdana"/>
                          <a:cs typeface="Verdana"/>
                        </a:rPr>
                        <a:t>Add</a:t>
                      </a:r>
                      <a:r>
                        <a:rPr sz="700" spc="7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dirty="0">
                          <a:latin typeface="Verdana"/>
                          <a:cs typeface="Verdana"/>
                        </a:rPr>
                        <a:t>Customer’s</a:t>
                      </a:r>
                      <a:r>
                        <a:rPr sz="700" spc="7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spc="-10" dirty="0">
                          <a:latin typeface="Verdana"/>
                          <a:cs typeface="Verdana"/>
                        </a:rPr>
                        <a:t>Total-</a:t>
                      </a:r>
                      <a:r>
                        <a:rPr sz="700" dirty="0">
                          <a:latin typeface="Verdana"/>
                          <a:cs typeface="Verdana"/>
                        </a:rPr>
                        <a:t>Sales</a:t>
                      </a:r>
                      <a:r>
                        <a:rPr sz="700" spc="7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dirty="0">
                          <a:latin typeface="Verdana"/>
                          <a:cs typeface="Verdana"/>
                        </a:rPr>
                        <a:t>to</a:t>
                      </a:r>
                      <a:r>
                        <a:rPr sz="700" spc="8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spc="-10" dirty="0">
                          <a:latin typeface="Verdana"/>
                          <a:cs typeface="Verdana"/>
                        </a:rPr>
                        <a:t>Report-</a:t>
                      </a:r>
                      <a:r>
                        <a:rPr sz="700" spc="-20" dirty="0">
                          <a:latin typeface="Verdana"/>
                          <a:cs typeface="Verdana"/>
                        </a:rPr>
                        <a:t>Total</a:t>
                      </a:r>
                      <a:endParaRPr sz="700">
                        <a:latin typeface="Verdana"/>
                        <a:cs typeface="Verdana"/>
                      </a:endParaRPr>
                    </a:p>
                  </a:txBody>
                  <a:tcPr marL="0" marR="0" marT="86995" marB="0">
                    <a:lnR w="6350">
                      <a:solidFill>
                        <a:srgbClr val="010101"/>
                      </a:solidFill>
                      <a:prstDash val="solid"/>
                    </a:lnR>
                    <a:lnT w="6350">
                      <a:solidFill>
                        <a:srgbClr val="010101"/>
                      </a:solidFill>
                      <a:prstDash val="solid"/>
                    </a:lnT>
                    <a:lnB w="6350">
                      <a:solidFill>
                        <a:srgbClr val="01010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11356">
                <a:tc>
                  <a:txBody>
                    <a:bodyPr/>
                    <a:lstStyle/>
                    <a:p>
                      <a:pPr marL="160020">
                        <a:lnSpc>
                          <a:spcPct val="100000"/>
                        </a:lnSpc>
                        <a:spcBef>
                          <a:spcPts val="439"/>
                        </a:spcBef>
                      </a:pPr>
                      <a:r>
                        <a:rPr sz="700" dirty="0">
                          <a:latin typeface="Verdana"/>
                          <a:cs typeface="Verdana"/>
                        </a:rPr>
                        <a:t>Case</a:t>
                      </a:r>
                      <a:r>
                        <a:rPr sz="700" spc="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spc="-10" dirty="0">
                          <a:latin typeface="Verdana"/>
                          <a:cs typeface="Verdana"/>
                        </a:rPr>
                        <a:t>Statement</a:t>
                      </a:r>
                      <a:endParaRPr sz="700">
                        <a:latin typeface="Verdana"/>
                        <a:cs typeface="Verdana"/>
                      </a:endParaRPr>
                    </a:p>
                  </a:txBody>
                  <a:tcPr marL="0" marR="0" marT="55879" marB="0">
                    <a:lnL w="6350">
                      <a:solidFill>
                        <a:srgbClr val="010101"/>
                      </a:solidFill>
                      <a:prstDash val="solid"/>
                    </a:lnL>
                    <a:lnT w="6350">
                      <a:solidFill>
                        <a:srgbClr val="010101"/>
                      </a:solidFill>
                      <a:prstDash val="solid"/>
                    </a:lnT>
                    <a:lnB w="6350">
                      <a:solidFill>
                        <a:srgbClr val="01010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1594">
                        <a:lnSpc>
                          <a:spcPts val="835"/>
                        </a:lnSpc>
                        <a:spcBef>
                          <a:spcPts val="439"/>
                        </a:spcBef>
                      </a:pPr>
                      <a:r>
                        <a:rPr sz="700" spc="-20" dirty="0">
                          <a:latin typeface="Verdana"/>
                          <a:cs typeface="Verdana"/>
                        </a:rPr>
                        <a:t>CASE</a:t>
                      </a:r>
                      <a:endParaRPr sz="700">
                        <a:latin typeface="Verdana"/>
                        <a:cs typeface="Verdana"/>
                      </a:endParaRPr>
                    </a:p>
                    <a:p>
                      <a:pPr marL="363855" marR="153035" algn="just">
                        <a:lnSpc>
                          <a:spcPct val="99600"/>
                        </a:lnSpc>
                      </a:pPr>
                      <a:r>
                        <a:rPr sz="700" dirty="0">
                          <a:latin typeface="Verdana"/>
                          <a:cs typeface="Verdana"/>
                        </a:rPr>
                        <a:t>If</a:t>
                      </a:r>
                      <a:r>
                        <a:rPr sz="700" spc="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dirty="0">
                          <a:latin typeface="Verdana"/>
                          <a:cs typeface="Verdana"/>
                        </a:rPr>
                        <a:t>Income</a:t>
                      </a:r>
                      <a:r>
                        <a:rPr sz="700" spc="7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dirty="0">
                          <a:latin typeface="Verdana"/>
                          <a:cs typeface="Verdana"/>
                        </a:rPr>
                        <a:t>&lt;</a:t>
                      </a:r>
                      <a:r>
                        <a:rPr sz="700" spc="7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dirty="0">
                          <a:latin typeface="Verdana"/>
                          <a:cs typeface="Verdana"/>
                        </a:rPr>
                        <a:t>10,000:</a:t>
                      </a:r>
                      <a:r>
                        <a:rPr sz="700" spc="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spc="-10" dirty="0">
                          <a:latin typeface="Verdana"/>
                          <a:cs typeface="Verdana"/>
                        </a:rPr>
                        <a:t>Marginal-tax-</a:t>
                      </a:r>
                      <a:r>
                        <a:rPr sz="700" dirty="0">
                          <a:latin typeface="Verdana"/>
                          <a:cs typeface="Verdana"/>
                        </a:rPr>
                        <a:t>rate</a:t>
                      </a:r>
                      <a:r>
                        <a:rPr sz="700" spc="7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dirty="0">
                          <a:latin typeface="Verdana"/>
                          <a:cs typeface="Verdana"/>
                        </a:rPr>
                        <a:t>=</a:t>
                      </a:r>
                      <a:r>
                        <a:rPr sz="700" spc="7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spc="-25" dirty="0">
                          <a:latin typeface="Verdana"/>
                          <a:cs typeface="Verdana"/>
                        </a:rPr>
                        <a:t>10%</a:t>
                      </a:r>
                      <a:r>
                        <a:rPr sz="70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dirty="0">
                          <a:latin typeface="Verdana"/>
                          <a:cs typeface="Verdana"/>
                        </a:rPr>
                        <a:t>If</a:t>
                      </a:r>
                      <a:r>
                        <a:rPr sz="700" spc="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dirty="0">
                          <a:latin typeface="Verdana"/>
                          <a:cs typeface="Verdana"/>
                        </a:rPr>
                        <a:t>Income</a:t>
                      </a:r>
                      <a:r>
                        <a:rPr sz="700" spc="7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dirty="0">
                          <a:latin typeface="Verdana"/>
                          <a:cs typeface="Verdana"/>
                        </a:rPr>
                        <a:t>&lt;</a:t>
                      </a:r>
                      <a:r>
                        <a:rPr sz="700" spc="7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dirty="0">
                          <a:latin typeface="Verdana"/>
                          <a:cs typeface="Verdana"/>
                        </a:rPr>
                        <a:t>20,000:</a:t>
                      </a:r>
                      <a:r>
                        <a:rPr sz="700" spc="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spc="-10" dirty="0">
                          <a:latin typeface="Verdana"/>
                          <a:cs typeface="Verdana"/>
                        </a:rPr>
                        <a:t>Marginal-tax-</a:t>
                      </a:r>
                      <a:r>
                        <a:rPr sz="700" dirty="0">
                          <a:latin typeface="Verdana"/>
                          <a:cs typeface="Verdana"/>
                        </a:rPr>
                        <a:t>rate</a:t>
                      </a:r>
                      <a:r>
                        <a:rPr sz="700" spc="7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dirty="0">
                          <a:latin typeface="Verdana"/>
                          <a:cs typeface="Verdana"/>
                        </a:rPr>
                        <a:t>=</a:t>
                      </a:r>
                      <a:r>
                        <a:rPr sz="700" spc="7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spc="-25" dirty="0">
                          <a:latin typeface="Verdana"/>
                          <a:cs typeface="Verdana"/>
                        </a:rPr>
                        <a:t>20%</a:t>
                      </a:r>
                      <a:r>
                        <a:rPr sz="70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dirty="0">
                          <a:latin typeface="Verdana"/>
                          <a:cs typeface="Verdana"/>
                        </a:rPr>
                        <a:t>If</a:t>
                      </a:r>
                      <a:r>
                        <a:rPr sz="700" spc="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dirty="0">
                          <a:latin typeface="Verdana"/>
                          <a:cs typeface="Verdana"/>
                        </a:rPr>
                        <a:t>Income</a:t>
                      </a:r>
                      <a:r>
                        <a:rPr sz="700" spc="7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dirty="0">
                          <a:latin typeface="Verdana"/>
                          <a:cs typeface="Verdana"/>
                        </a:rPr>
                        <a:t>&lt;</a:t>
                      </a:r>
                      <a:r>
                        <a:rPr sz="700" spc="7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dirty="0">
                          <a:latin typeface="Verdana"/>
                          <a:cs typeface="Verdana"/>
                        </a:rPr>
                        <a:t>30,000:</a:t>
                      </a:r>
                      <a:r>
                        <a:rPr sz="700" spc="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spc="-10" dirty="0">
                          <a:latin typeface="Verdana"/>
                          <a:cs typeface="Verdana"/>
                        </a:rPr>
                        <a:t>Marginal-tax-</a:t>
                      </a:r>
                      <a:r>
                        <a:rPr sz="700" dirty="0">
                          <a:latin typeface="Verdana"/>
                          <a:cs typeface="Verdana"/>
                        </a:rPr>
                        <a:t>rate</a:t>
                      </a:r>
                      <a:r>
                        <a:rPr sz="700" spc="7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dirty="0">
                          <a:latin typeface="Verdana"/>
                          <a:cs typeface="Verdana"/>
                        </a:rPr>
                        <a:t>=</a:t>
                      </a:r>
                      <a:r>
                        <a:rPr sz="700" spc="7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spc="-25" dirty="0">
                          <a:latin typeface="Verdana"/>
                          <a:cs typeface="Verdana"/>
                        </a:rPr>
                        <a:t>31%</a:t>
                      </a:r>
                      <a:endParaRPr sz="700">
                        <a:latin typeface="Verdana"/>
                        <a:cs typeface="Verdana"/>
                      </a:endParaRPr>
                    </a:p>
                    <a:p>
                      <a:pPr marL="363855" marR="153035" algn="just">
                        <a:lnSpc>
                          <a:spcPct val="100000"/>
                        </a:lnSpc>
                      </a:pPr>
                      <a:r>
                        <a:rPr sz="700" dirty="0">
                          <a:latin typeface="Verdana"/>
                          <a:cs typeface="Verdana"/>
                        </a:rPr>
                        <a:t>If</a:t>
                      </a:r>
                      <a:r>
                        <a:rPr sz="700" spc="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dirty="0">
                          <a:latin typeface="Verdana"/>
                          <a:cs typeface="Verdana"/>
                        </a:rPr>
                        <a:t>Income</a:t>
                      </a:r>
                      <a:r>
                        <a:rPr sz="700" spc="7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dirty="0">
                          <a:latin typeface="Verdana"/>
                          <a:cs typeface="Verdana"/>
                        </a:rPr>
                        <a:t>&lt;</a:t>
                      </a:r>
                      <a:r>
                        <a:rPr sz="700" spc="7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dirty="0">
                          <a:latin typeface="Verdana"/>
                          <a:cs typeface="Verdana"/>
                        </a:rPr>
                        <a:t>40,000:</a:t>
                      </a:r>
                      <a:r>
                        <a:rPr sz="700" spc="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spc="-10" dirty="0">
                          <a:latin typeface="Verdana"/>
                          <a:cs typeface="Verdana"/>
                        </a:rPr>
                        <a:t>Marginal-tax-</a:t>
                      </a:r>
                      <a:r>
                        <a:rPr sz="700" dirty="0">
                          <a:latin typeface="Verdana"/>
                          <a:cs typeface="Verdana"/>
                        </a:rPr>
                        <a:t>rate</a:t>
                      </a:r>
                      <a:r>
                        <a:rPr sz="700" spc="7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dirty="0">
                          <a:latin typeface="Verdana"/>
                          <a:cs typeface="Verdana"/>
                        </a:rPr>
                        <a:t>=</a:t>
                      </a:r>
                      <a:r>
                        <a:rPr sz="700" spc="7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spc="-25" dirty="0">
                          <a:latin typeface="Verdana"/>
                          <a:cs typeface="Verdana"/>
                        </a:rPr>
                        <a:t>35%</a:t>
                      </a:r>
                      <a:r>
                        <a:rPr sz="70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dirty="0">
                          <a:latin typeface="Verdana"/>
                          <a:cs typeface="Verdana"/>
                        </a:rPr>
                        <a:t>ELSE</a:t>
                      </a:r>
                      <a:r>
                        <a:rPr sz="700" spc="7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spc="-10" dirty="0">
                          <a:latin typeface="Verdana"/>
                          <a:cs typeface="Verdana"/>
                        </a:rPr>
                        <a:t>Marginal-tax-</a:t>
                      </a:r>
                      <a:r>
                        <a:rPr sz="700" dirty="0">
                          <a:latin typeface="Verdana"/>
                          <a:cs typeface="Verdana"/>
                        </a:rPr>
                        <a:t>rate</a:t>
                      </a:r>
                      <a:r>
                        <a:rPr sz="700" spc="9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dirty="0">
                          <a:latin typeface="Verdana"/>
                          <a:cs typeface="Verdana"/>
                        </a:rPr>
                        <a:t>=</a:t>
                      </a:r>
                      <a:r>
                        <a:rPr sz="700" spc="8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spc="-25" dirty="0">
                          <a:latin typeface="Verdana"/>
                          <a:cs typeface="Verdana"/>
                        </a:rPr>
                        <a:t>38%</a:t>
                      </a:r>
                      <a:endParaRPr sz="700">
                        <a:latin typeface="Verdana"/>
                        <a:cs typeface="Verdana"/>
                      </a:endParaRPr>
                    </a:p>
                    <a:p>
                      <a:pPr marL="93345">
                        <a:lnSpc>
                          <a:spcPts val="635"/>
                        </a:lnSpc>
                        <a:spcBef>
                          <a:spcPts val="95"/>
                        </a:spcBef>
                      </a:pPr>
                      <a:r>
                        <a:rPr sz="700" spc="-10" dirty="0">
                          <a:latin typeface="Verdana"/>
                          <a:cs typeface="Verdana"/>
                        </a:rPr>
                        <a:t>ENDCASE</a:t>
                      </a:r>
                      <a:endParaRPr sz="700">
                        <a:latin typeface="Verdana"/>
                        <a:cs typeface="Verdana"/>
                      </a:endParaRPr>
                    </a:p>
                  </a:txBody>
                  <a:tcPr marL="0" marR="0" marT="55879" marB="0">
                    <a:lnR w="6350">
                      <a:solidFill>
                        <a:srgbClr val="010101"/>
                      </a:solidFill>
                      <a:prstDash val="solid"/>
                    </a:lnR>
                    <a:lnT w="6350">
                      <a:solidFill>
                        <a:srgbClr val="010101"/>
                      </a:solidFill>
                      <a:prstDash val="solid"/>
                    </a:lnT>
                    <a:lnB w="6350">
                      <a:solidFill>
                        <a:srgbClr val="01010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object 5"/>
          <p:cNvSpPr/>
          <p:nvPr/>
        </p:nvSpPr>
        <p:spPr>
          <a:xfrm>
            <a:off x="228600" y="228599"/>
            <a:ext cx="13046552" cy="11158935"/>
          </a:xfrm>
          <a:custGeom>
            <a:avLst/>
            <a:gdLst/>
            <a:ahLst/>
            <a:cxnLst/>
            <a:rect l="l" t="t" r="r" b="b"/>
            <a:pathLst>
              <a:path w="4559300" h="3416300">
                <a:moveTo>
                  <a:pt x="0" y="3416045"/>
                </a:moveTo>
                <a:lnTo>
                  <a:pt x="4559045" y="3416045"/>
                </a:lnTo>
                <a:lnTo>
                  <a:pt x="4559045" y="0"/>
                </a:lnTo>
                <a:lnTo>
                  <a:pt x="0" y="0"/>
                </a:lnTo>
                <a:lnTo>
                  <a:pt x="0" y="3416045"/>
                </a:lnTo>
                <a:close/>
              </a:path>
            </a:pathLst>
          </a:custGeom>
          <a:ln w="1295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7890768" y="8086398"/>
            <a:ext cx="115570" cy="110928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spcBef>
                <a:spcPts val="25"/>
              </a:spcBef>
            </a:pPr>
            <a:r>
              <a:rPr sz="700" spc="-25" dirty="0">
                <a:latin typeface="Times New Roman"/>
                <a:cs typeface="Times New Roman"/>
              </a:rPr>
              <a:t>10</a:t>
            </a:r>
            <a:endParaRPr sz="7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D4A245-B632-B0FB-A377-64F78A1069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>
            <a:extLst>
              <a:ext uri="{FF2B5EF4-FFF2-40B4-BE49-F238E27FC236}">
                <a16:creationId xmlns:a16="http://schemas.microsoft.com/office/drawing/2014/main" id="{BABAFCF1-EFB3-2A05-2ED3-483097D4BA94}"/>
              </a:ext>
            </a:extLst>
          </p:cNvPr>
          <p:cNvSpPr txBox="1"/>
          <p:nvPr/>
        </p:nvSpPr>
        <p:spPr>
          <a:xfrm>
            <a:off x="228600" y="304800"/>
            <a:ext cx="11582400" cy="3258584"/>
          </a:xfrm>
          <a:prstGeom prst="rect">
            <a:avLst/>
          </a:prstGeom>
          <a:ln w="12953">
            <a:solidFill>
              <a:srgbClr val="000000"/>
            </a:solidFill>
          </a:ln>
        </p:spPr>
        <p:txBody>
          <a:bodyPr vert="horz" wrap="square" lIns="0" tIns="156210" rIns="0" bIns="0" rtlCol="0">
            <a:spAutoFit/>
          </a:bodyPr>
          <a:lstStyle/>
          <a:p>
            <a:pPr algn="ctr">
              <a:spcBef>
                <a:spcPts val="1230"/>
              </a:spcBef>
            </a:pPr>
            <a:r>
              <a:rPr sz="3600" b="1" dirty="0">
                <a:latin typeface="Times New Roman"/>
                <a:cs typeface="Times New Roman"/>
              </a:rPr>
              <a:t>Key</a:t>
            </a:r>
            <a:r>
              <a:rPr sz="3600" spc="-35" dirty="0">
                <a:latin typeface="Times New Roman"/>
                <a:cs typeface="Times New Roman"/>
              </a:rPr>
              <a:t> </a:t>
            </a:r>
            <a:r>
              <a:rPr sz="3600" b="1" spc="-10" dirty="0">
                <a:latin typeface="Times New Roman"/>
                <a:cs typeface="Times New Roman"/>
              </a:rPr>
              <a:t>Definition</a:t>
            </a:r>
            <a:endParaRPr sz="3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3600" dirty="0">
              <a:latin typeface="Times New Roman"/>
              <a:cs typeface="Times New Roman"/>
            </a:endParaRPr>
          </a:p>
          <a:p>
            <a:pPr marL="553720" marR="413384" indent="-171450">
              <a:spcBef>
                <a:spcPts val="1715"/>
              </a:spcBef>
              <a:buFont typeface="Times New Roman"/>
              <a:buChar char="•"/>
              <a:tabLst>
                <a:tab pos="554355" algn="l"/>
              </a:tabLst>
            </a:pPr>
            <a:r>
              <a:rPr sz="2800" i="1" dirty="0">
                <a:latin typeface="Times New Roman"/>
                <a:cs typeface="Times New Roman"/>
              </a:rPr>
              <a:t>Decomposition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is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process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of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modeling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system</a:t>
            </a:r>
            <a:r>
              <a:rPr sz="2800" spc="-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and</a:t>
            </a:r>
            <a:r>
              <a:rPr sz="2800" spc="-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its</a:t>
            </a:r>
            <a:r>
              <a:rPr sz="2800" spc="-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components</a:t>
            </a:r>
            <a:r>
              <a:rPr sz="2800" spc="-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in </a:t>
            </a:r>
            <a:r>
              <a:rPr sz="2800" spc="-10" dirty="0">
                <a:latin typeface="Times New Roman"/>
                <a:cs typeface="Times New Roman"/>
              </a:rPr>
              <a:t>increasing </a:t>
            </a:r>
            <a:r>
              <a:rPr sz="2800" dirty="0">
                <a:latin typeface="Times New Roman"/>
                <a:cs typeface="Times New Roman"/>
              </a:rPr>
              <a:t>levels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of</a:t>
            </a:r>
            <a:r>
              <a:rPr sz="2800" spc="-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detail.</a:t>
            </a:r>
            <a:endParaRPr sz="2800" dirty="0">
              <a:latin typeface="Times New Roman"/>
              <a:cs typeface="Times New Roman"/>
            </a:endParaRPr>
          </a:p>
          <a:p>
            <a:pPr marL="553720" marR="401320" indent="-171450">
              <a:spcBef>
                <a:spcPts val="375"/>
              </a:spcBef>
              <a:buFont typeface="Times New Roman"/>
              <a:buChar char="•"/>
              <a:tabLst>
                <a:tab pos="554355" algn="l"/>
              </a:tabLst>
            </a:pPr>
            <a:r>
              <a:rPr sz="2800" i="1" dirty="0">
                <a:latin typeface="Times New Roman"/>
                <a:cs typeface="Times New Roman"/>
              </a:rPr>
              <a:t>Balancing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involves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insuring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spc="-20" dirty="0">
                <a:latin typeface="Times New Roman"/>
                <a:cs typeface="Times New Roman"/>
              </a:rPr>
              <a:t>that </a:t>
            </a:r>
            <a:r>
              <a:rPr sz="2800" dirty="0">
                <a:latin typeface="Times New Roman"/>
                <a:cs typeface="Times New Roman"/>
              </a:rPr>
              <a:t>information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presented</a:t>
            </a:r>
            <a:r>
              <a:rPr sz="2800" spc="-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at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one</a:t>
            </a:r>
            <a:r>
              <a:rPr sz="2800" spc="-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level</a:t>
            </a:r>
            <a:r>
              <a:rPr sz="2800" spc="-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of</a:t>
            </a:r>
            <a:r>
              <a:rPr sz="2800" spc="-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</a:t>
            </a:r>
            <a:r>
              <a:rPr sz="2800" spc="-5" dirty="0">
                <a:latin typeface="Times New Roman"/>
                <a:cs typeface="Times New Roman"/>
              </a:rPr>
              <a:t> </a:t>
            </a:r>
            <a:r>
              <a:rPr sz="2800" spc="-25" dirty="0">
                <a:latin typeface="Times New Roman"/>
                <a:cs typeface="Times New Roman"/>
              </a:rPr>
              <a:t>DFD </a:t>
            </a:r>
            <a:r>
              <a:rPr sz="2800" dirty="0">
                <a:latin typeface="Times New Roman"/>
                <a:cs typeface="Times New Roman"/>
              </a:rPr>
              <a:t>is</a:t>
            </a:r>
            <a:r>
              <a:rPr sz="2800" spc="-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accurately</a:t>
            </a:r>
            <a:r>
              <a:rPr sz="2800" spc="-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represented</a:t>
            </a:r>
            <a:r>
              <a:rPr sz="2800" spc="-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in</a:t>
            </a:r>
            <a:r>
              <a:rPr sz="2800" spc="-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next</a:t>
            </a:r>
            <a:r>
              <a:rPr sz="2800" spc="-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level </a:t>
            </a:r>
            <a:r>
              <a:rPr sz="2800" spc="-20" dirty="0">
                <a:latin typeface="Times New Roman"/>
                <a:cs typeface="Times New Roman"/>
              </a:rPr>
              <a:t>DFD.</a:t>
            </a:r>
            <a:endParaRPr sz="2800" dirty="0">
              <a:latin typeface="Times New Roman"/>
              <a:cs typeface="Times New Roman"/>
            </a:endParaRPr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18D86ABF-23E9-7BFF-4E26-A5E1E76D5EAA}"/>
              </a:ext>
            </a:extLst>
          </p:cNvPr>
          <p:cNvSpPr txBox="1"/>
          <p:nvPr/>
        </p:nvSpPr>
        <p:spPr>
          <a:xfrm>
            <a:off x="7890768" y="8086398"/>
            <a:ext cx="115570" cy="110928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spcBef>
                <a:spcPts val="25"/>
              </a:spcBef>
            </a:pPr>
            <a:r>
              <a:rPr sz="700" spc="-25" dirty="0">
                <a:latin typeface="Times New Roman"/>
                <a:cs typeface="Times New Roman"/>
              </a:rPr>
              <a:t>10</a:t>
            </a:r>
            <a:endParaRPr sz="700">
              <a:latin typeface="Times New Roman"/>
              <a:cs typeface="Times New Roman"/>
            </a:endParaRPr>
          </a:p>
        </p:txBody>
      </p:sp>
      <p:sp>
        <p:nvSpPr>
          <p:cNvPr id="8" name="object 2"/>
          <p:cNvSpPr txBox="1"/>
          <p:nvPr/>
        </p:nvSpPr>
        <p:spPr>
          <a:xfrm>
            <a:off x="228600" y="3872467"/>
            <a:ext cx="11582400" cy="5061642"/>
          </a:xfrm>
          <a:prstGeom prst="rect">
            <a:avLst/>
          </a:prstGeom>
          <a:ln w="12953">
            <a:solidFill>
              <a:srgbClr val="000000"/>
            </a:solidFill>
          </a:ln>
        </p:spPr>
        <p:txBody>
          <a:bodyPr vert="horz" wrap="square" lIns="0" tIns="156210" rIns="0" bIns="0" rtlCol="0">
            <a:spAutoFit/>
          </a:bodyPr>
          <a:lstStyle/>
          <a:p>
            <a:pPr algn="ctr">
              <a:spcBef>
                <a:spcPts val="1230"/>
              </a:spcBef>
            </a:pPr>
            <a:r>
              <a:rPr sz="4400" b="1" dirty="0">
                <a:latin typeface="Times New Roman"/>
                <a:cs typeface="Times New Roman"/>
              </a:rPr>
              <a:t>Context</a:t>
            </a:r>
            <a:r>
              <a:rPr sz="4400" spc="-75" dirty="0">
                <a:latin typeface="Times New Roman"/>
                <a:cs typeface="Times New Roman"/>
              </a:rPr>
              <a:t> </a:t>
            </a:r>
            <a:r>
              <a:rPr sz="4400" b="1" spc="-10" dirty="0">
                <a:latin typeface="Times New Roman"/>
                <a:cs typeface="Times New Roman"/>
              </a:rPr>
              <a:t>Diagram</a:t>
            </a:r>
            <a:endParaRPr sz="44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4400" dirty="0">
              <a:latin typeface="Times New Roman"/>
              <a:cs typeface="Times New Roman"/>
            </a:endParaRPr>
          </a:p>
          <a:p>
            <a:pPr marL="553720" marR="410209" indent="-172085">
              <a:spcBef>
                <a:spcPts val="1725"/>
              </a:spcBef>
              <a:buChar char="•"/>
              <a:tabLst>
                <a:tab pos="554355" algn="l"/>
              </a:tabLst>
            </a:pPr>
            <a:r>
              <a:rPr sz="3200" dirty="0">
                <a:latin typeface="Times New Roman"/>
                <a:cs typeface="Times New Roman"/>
              </a:rPr>
              <a:t>Shows</a:t>
            </a:r>
            <a:r>
              <a:rPr sz="3200" spc="-4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the</a:t>
            </a:r>
            <a:r>
              <a:rPr sz="3200" spc="-4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context</a:t>
            </a:r>
            <a:r>
              <a:rPr sz="3200" spc="-4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into</a:t>
            </a:r>
            <a:r>
              <a:rPr sz="3200" spc="-3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which</a:t>
            </a:r>
            <a:r>
              <a:rPr sz="3200" spc="-4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the</a:t>
            </a:r>
            <a:r>
              <a:rPr sz="3200" spc="-4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business</a:t>
            </a:r>
            <a:r>
              <a:rPr sz="3200" spc="-40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imes New Roman"/>
                <a:cs typeface="Times New Roman"/>
              </a:rPr>
              <a:t>process </a:t>
            </a:r>
            <a:r>
              <a:rPr sz="3200" spc="-20" dirty="0">
                <a:latin typeface="Times New Roman"/>
                <a:cs typeface="Times New Roman"/>
              </a:rPr>
              <a:t>fits</a:t>
            </a:r>
            <a:endParaRPr sz="3200" dirty="0">
              <a:latin typeface="Times New Roman"/>
              <a:cs typeface="Times New Roman"/>
            </a:endParaRPr>
          </a:p>
          <a:p>
            <a:pPr marL="553720" indent="-172085">
              <a:spcBef>
                <a:spcPts val="345"/>
              </a:spcBef>
              <a:buChar char="•"/>
              <a:tabLst>
                <a:tab pos="554355" algn="l"/>
              </a:tabLst>
            </a:pPr>
            <a:r>
              <a:rPr sz="3200" dirty="0">
                <a:latin typeface="Times New Roman"/>
                <a:cs typeface="Times New Roman"/>
              </a:rPr>
              <a:t>Shows</a:t>
            </a:r>
            <a:r>
              <a:rPr sz="3200" spc="-4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the</a:t>
            </a:r>
            <a:r>
              <a:rPr sz="3200" spc="-3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overall</a:t>
            </a:r>
            <a:r>
              <a:rPr sz="3200" spc="-3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business</a:t>
            </a:r>
            <a:r>
              <a:rPr sz="3200" spc="-3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process</a:t>
            </a:r>
            <a:r>
              <a:rPr sz="3200" spc="-3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as</a:t>
            </a:r>
            <a:r>
              <a:rPr sz="3200" spc="-3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just</a:t>
            </a:r>
            <a:r>
              <a:rPr sz="3200" spc="-30" dirty="0">
                <a:latin typeface="Times New Roman"/>
                <a:cs typeface="Times New Roman"/>
              </a:rPr>
              <a:t> </a:t>
            </a:r>
            <a:r>
              <a:rPr sz="3200" i="1" spc="-25" dirty="0">
                <a:latin typeface="Times New Roman"/>
                <a:cs typeface="Times New Roman"/>
              </a:rPr>
              <a:t>one</a:t>
            </a:r>
            <a:endParaRPr sz="3200" dirty="0">
              <a:latin typeface="Times New Roman"/>
              <a:cs typeface="Times New Roman"/>
            </a:endParaRPr>
          </a:p>
          <a:p>
            <a:pPr marL="553720"/>
            <a:r>
              <a:rPr sz="3200" spc="-10" dirty="0">
                <a:latin typeface="Times New Roman"/>
                <a:cs typeface="Times New Roman"/>
              </a:rPr>
              <a:t>process</a:t>
            </a:r>
            <a:endParaRPr sz="3200" dirty="0">
              <a:latin typeface="Times New Roman"/>
              <a:cs typeface="Times New Roman"/>
            </a:endParaRPr>
          </a:p>
          <a:p>
            <a:pPr marL="553720" marR="482600" indent="-172085">
              <a:spcBef>
                <a:spcPts val="340"/>
              </a:spcBef>
              <a:buChar char="•"/>
              <a:tabLst>
                <a:tab pos="554355" algn="l"/>
              </a:tabLst>
            </a:pPr>
            <a:r>
              <a:rPr sz="3200" dirty="0">
                <a:latin typeface="Times New Roman"/>
                <a:cs typeface="Times New Roman"/>
              </a:rPr>
              <a:t>Shows</a:t>
            </a:r>
            <a:r>
              <a:rPr sz="3200" spc="-3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all</a:t>
            </a:r>
            <a:r>
              <a:rPr sz="3200" spc="-3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the</a:t>
            </a:r>
            <a:r>
              <a:rPr sz="3200" spc="-3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outside</a:t>
            </a:r>
            <a:r>
              <a:rPr sz="3200" spc="-3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entities</a:t>
            </a:r>
            <a:r>
              <a:rPr sz="3200" spc="-3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that</a:t>
            </a:r>
            <a:r>
              <a:rPr sz="3200" spc="-35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imes New Roman"/>
                <a:cs typeface="Times New Roman"/>
              </a:rPr>
              <a:t>receive </a:t>
            </a:r>
            <a:r>
              <a:rPr sz="3200" dirty="0">
                <a:latin typeface="Times New Roman"/>
                <a:cs typeface="Times New Roman"/>
              </a:rPr>
              <a:t>information</a:t>
            </a:r>
            <a:r>
              <a:rPr sz="3200" spc="-5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from</a:t>
            </a:r>
            <a:r>
              <a:rPr sz="3200" spc="-5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or</a:t>
            </a:r>
            <a:r>
              <a:rPr sz="3200" spc="-4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contribute</a:t>
            </a:r>
            <a:r>
              <a:rPr sz="3200" spc="-5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information</a:t>
            </a:r>
            <a:r>
              <a:rPr sz="3200" spc="-5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to</a:t>
            </a:r>
            <a:r>
              <a:rPr sz="3200" spc="-50" dirty="0">
                <a:latin typeface="Times New Roman"/>
                <a:cs typeface="Times New Roman"/>
              </a:rPr>
              <a:t> </a:t>
            </a:r>
            <a:r>
              <a:rPr sz="3200" spc="-25" dirty="0">
                <a:latin typeface="Times New Roman"/>
                <a:cs typeface="Times New Roman"/>
              </a:rPr>
              <a:t>the </a:t>
            </a:r>
            <a:r>
              <a:rPr sz="3200" spc="-10" dirty="0">
                <a:latin typeface="Times New Roman"/>
                <a:cs typeface="Times New Roman"/>
              </a:rPr>
              <a:t>system</a:t>
            </a:r>
            <a:endParaRPr sz="32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3200" dirty="0">
              <a:latin typeface="Times New Roman"/>
              <a:cs typeface="Times New Roman"/>
            </a:endParaRPr>
          </a:p>
          <a:p>
            <a:pPr marR="374015" algn="r">
              <a:spcBef>
                <a:spcPts val="930"/>
              </a:spcBef>
            </a:pPr>
            <a:r>
              <a:rPr sz="1200" spc="-25" dirty="0">
                <a:latin typeface="Times New Roman"/>
                <a:cs typeface="Times New Roman"/>
              </a:rPr>
              <a:t>11</a:t>
            </a:r>
            <a:endParaRPr sz="12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6277605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381000" y="228599"/>
            <a:ext cx="11506200" cy="588623"/>
          </a:xfrm>
          <a:prstGeom prst="rect">
            <a:avLst/>
          </a:prstGeom>
          <a:ln w="12953">
            <a:solidFill>
              <a:srgbClr val="000000"/>
            </a:solidFill>
          </a:ln>
        </p:spPr>
        <p:txBody>
          <a:bodyPr vert="horz" wrap="square" lIns="0" tIns="156210" rIns="0" bIns="0" rtlCol="0">
            <a:spAutoFit/>
          </a:bodyPr>
          <a:lstStyle/>
          <a:p>
            <a:pPr algn="ctr">
              <a:spcBef>
                <a:spcPts val="1230"/>
              </a:spcBef>
            </a:pPr>
            <a:r>
              <a:rPr sz="2800" b="1" dirty="0">
                <a:latin typeface="Times New Roman"/>
                <a:cs typeface="Times New Roman"/>
              </a:rPr>
              <a:t>Relationship</a:t>
            </a:r>
            <a:r>
              <a:rPr sz="2800" spc="-75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Among</a:t>
            </a:r>
            <a:r>
              <a:rPr sz="2800" spc="-70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DFD</a:t>
            </a:r>
            <a:r>
              <a:rPr sz="2800" spc="-70" dirty="0">
                <a:latin typeface="Times New Roman"/>
                <a:cs typeface="Times New Roman"/>
              </a:rPr>
              <a:t> </a:t>
            </a:r>
            <a:r>
              <a:rPr sz="2800" b="1" spc="-10" dirty="0">
                <a:latin typeface="Times New Roman"/>
                <a:cs typeface="Times New Roman"/>
              </a:rPr>
              <a:t>levels</a:t>
            </a:r>
            <a:endParaRPr sz="2800" dirty="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94004" y="1022603"/>
            <a:ext cx="11169395" cy="7892797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4455673" y="3363522"/>
            <a:ext cx="291661" cy="110928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spcBef>
                <a:spcPts val="25"/>
              </a:spcBef>
            </a:pPr>
            <a:r>
              <a:rPr sz="700" spc="-25" dirty="0">
                <a:latin typeface="Times New Roman"/>
                <a:cs typeface="Times New Roman"/>
              </a:rPr>
              <a:t>12</a:t>
            </a:r>
            <a:endParaRPr sz="7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7890768" y="8086398"/>
            <a:ext cx="115570" cy="110928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spcBef>
                <a:spcPts val="25"/>
              </a:spcBef>
            </a:pPr>
            <a:r>
              <a:rPr sz="700" spc="-25" dirty="0">
                <a:latin typeface="Times New Roman"/>
                <a:cs typeface="Times New Roman"/>
              </a:rPr>
              <a:t>14</a:t>
            </a:r>
            <a:endParaRPr sz="700">
              <a:latin typeface="Times New Roman"/>
              <a:cs typeface="Times New Roman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381000" y="774192"/>
            <a:ext cx="11658599" cy="2976456"/>
          </a:xfrm>
          <a:prstGeom prst="rect">
            <a:avLst/>
          </a:prstGeom>
          <a:ln w="12953">
            <a:solidFill>
              <a:srgbClr val="000000"/>
            </a:solidFill>
          </a:ln>
        </p:spPr>
        <p:txBody>
          <a:bodyPr vert="horz" wrap="square" lIns="0" tIns="194310" rIns="0" bIns="0" rtlCol="0">
            <a:spAutoFit/>
          </a:bodyPr>
          <a:lstStyle/>
          <a:p>
            <a:pPr marL="635" algn="ctr">
              <a:spcBef>
                <a:spcPts val="1530"/>
              </a:spcBef>
            </a:pPr>
            <a:r>
              <a:rPr sz="4000" b="1" dirty="0">
                <a:latin typeface="Times New Roman"/>
                <a:cs typeface="Times New Roman"/>
              </a:rPr>
              <a:t>Level</a:t>
            </a:r>
            <a:r>
              <a:rPr sz="4000" spc="-35" dirty="0">
                <a:latin typeface="Times New Roman"/>
                <a:cs typeface="Times New Roman"/>
              </a:rPr>
              <a:t> </a:t>
            </a:r>
            <a:r>
              <a:rPr sz="4000" b="1" dirty="0">
                <a:latin typeface="Times New Roman"/>
                <a:cs typeface="Times New Roman"/>
              </a:rPr>
              <a:t>0</a:t>
            </a:r>
            <a:r>
              <a:rPr sz="4000" spc="-35" dirty="0">
                <a:latin typeface="Times New Roman"/>
                <a:cs typeface="Times New Roman"/>
              </a:rPr>
              <a:t> </a:t>
            </a:r>
            <a:r>
              <a:rPr sz="4000" b="1" spc="-10" dirty="0">
                <a:latin typeface="Times New Roman"/>
                <a:cs typeface="Times New Roman"/>
              </a:rPr>
              <a:t>Diagram</a:t>
            </a:r>
            <a:endParaRPr sz="40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4000" dirty="0">
              <a:latin typeface="Times New Roman"/>
              <a:cs typeface="Times New Roman"/>
            </a:endParaRPr>
          </a:p>
          <a:p>
            <a:pPr marL="553720" marR="509905" indent="-172085">
              <a:spcBef>
                <a:spcPts val="1425"/>
              </a:spcBef>
              <a:buChar char="•"/>
              <a:tabLst>
                <a:tab pos="554355" algn="l"/>
              </a:tabLst>
            </a:pPr>
            <a:r>
              <a:rPr sz="2800" dirty="0">
                <a:latin typeface="Times New Roman"/>
                <a:cs typeface="Times New Roman"/>
              </a:rPr>
              <a:t>Shows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all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processes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that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comprise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overall system</a:t>
            </a:r>
            <a:endParaRPr sz="2800" dirty="0">
              <a:latin typeface="Times New Roman"/>
              <a:cs typeface="Times New Roman"/>
            </a:endParaRPr>
          </a:p>
          <a:p>
            <a:pPr marL="553720" marR="535940" indent="-172085">
              <a:spcBef>
                <a:spcPts val="345"/>
              </a:spcBef>
              <a:buChar char="•"/>
              <a:tabLst>
                <a:tab pos="554355" algn="l"/>
              </a:tabLst>
            </a:pPr>
            <a:r>
              <a:rPr sz="2800" dirty="0">
                <a:latin typeface="Times New Roman"/>
                <a:cs typeface="Times New Roman"/>
              </a:rPr>
              <a:t>Shows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how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information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moves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from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and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to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spc="-20" dirty="0">
                <a:latin typeface="Times New Roman"/>
                <a:cs typeface="Times New Roman"/>
              </a:rPr>
              <a:t>each </a:t>
            </a:r>
            <a:r>
              <a:rPr sz="2800" spc="-10" dirty="0">
                <a:latin typeface="Times New Roman"/>
                <a:cs typeface="Times New Roman"/>
              </a:rPr>
              <a:t>process</a:t>
            </a:r>
            <a:endParaRPr sz="2800" dirty="0">
              <a:latin typeface="Times New Roman"/>
              <a:cs typeface="Times New Roman"/>
            </a:endParaRPr>
          </a:p>
          <a:p>
            <a:pPr marL="553720" indent="-172085">
              <a:spcBef>
                <a:spcPts val="340"/>
              </a:spcBef>
              <a:buChar char="•"/>
              <a:tabLst>
                <a:tab pos="554355" algn="l"/>
              </a:tabLst>
            </a:pPr>
            <a:r>
              <a:rPr sz="2800" dirty="0">
                <a:latin typeface="Times New Roman"/>
                <a:cs typeface="Times New Roman"/>
              </a:rPr>
              <a:t>Adds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data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stores</a:t>
            </a:r>
            <a:endParaRPr sz="1100" dirty="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80999" y="4038600"/>
            <a:ext cx="11658599" cy="3876702"/>
          </a:xfrm>
          <a:prstGeom prst="rect">
            <a:avLst/>
          </a:prstGeom>
          <a:ln w="12953">
            <a:solidFill>
              <a:srgbClr val="000000"/>
            </a:solidFill>
          </a:ln>
        </p:spPr>
        <p:txBody>
          <a:bodyPr vert="horz" wrap="square" lIns="0" tIns="194310" rIns="0" bIns="0" rtlCol="0">
            <a:spAutoFit/>
          </a:bodyPr>
          <a:lstStyle/>
          <a:p>
            <a:pPr algn="ctr">
              <a:spcBef>
                <a:spcPts val="1530"/>
              </a:spcBef>
            </a:pPr>
            <a:r>
              <a:rPr sz="4000" b="1" dirty="0">
                <a:latin typeface="Times New Roman"/>
                <a:cs typeface="Times New Roman"/>
              </a:rPr>
              <a:t>Level</a:t>
            </a:r>
            <a:r>
              <a:rPr sz="4000" spc="-35" dirty="0">
                <a:latin typeface="Times New Roman"/>
                <a:cs typeface="Times New Roman"/>
              </a:rPr>
              <a:t> </a:t>
            </a:r>
            <a:r>
              <a:rPr sz="4000" b="1" dirty="0">
                <a:latin typeface="Times New Roman"/>
                <a:cs typeface="Times New Roman"/>
              </a:rPr>
              <a:t>1</a:t>
            </a:r>
            <a:r>
              <a:rPr sz="4000" spc="-35" dirty="0">
                <a:latin typeface="Times New Roman"/>
                <a:cs typeface="Times New Roman"/>
              </a:rPr>
              <a:t> </a:t>
            </a:r>
            <a:r>
              <a:rPr sz="4000" b="1" spc="-10" dirty="0">
                <a:latin typeface="Times New Roman"/>
                <a:cs typeface="Times New Roman"/>
              </a:rPr>
              <a:t>Diagrams</a:t>
            </a:r>
            <a:endParaRPr sz="40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4000" dirty="0">
              <a:latin typeface="Times New Roman"/>
              <a:cs typeface="Times New Roman"/>
            </a:endParaRPr>
          </a:p>
          <a:p>
            <a:pPr marL="553720" marR="717550" indent="-172085">
              <a:spcBef>
                <a:spcPts val="1425"/>
              </a:spcBef>
              <a:buChar char="•"/>
              <a:tabLst>
                <a:tab pos="554355" algn="l"/>
              </a:tabLst>
            </a:pPr>
            <a:r>
              <a:rPr sz="2800" dirty="0">
                <a:latin typeface="Times New Roman"/>
                <a:cs typeface="Times New Roman"/>
              </a:rPr>
              <a:t>Shows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all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processes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that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comprise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single </a:t>
            </a:r>
            <a:r>
              <a:rPr sz="2800" dirty="0">
                <a:latin typeface="Times New Roman"/>
                <a:cs typeface="Times New Roman"/>
              </a:rPr>
              <a:t>process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on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level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0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diagram</a:t>
            </a:r>
            <a:endParaRPr sz="2800" dirty="0">
              <a:latin typeface="Times New Roman"/>
              <a:cs typeface="Times New Roman"/>
            </a:endParaRPr>
          </a:p>
          <a:p>
            <a:pPr marL="553720" marR="535940" indent="-172085">
              <a:spcBef>
                <a:spcPts val="345"/>
              </a:spcBef>
              <a:buChar char="•"/>
              <a:tabLst>
                <a:tab pos="554355" algn="l"/>
              </a:tabLst>
            </a:pPr>
            <a:r>
              <a:rPr sz="2800" dirty="0">
                <a:latin typeface="Times New Roman"/>
                <a:cs typeface="Times New Roman"/>
              </a:rPr>
              <a:t>Shows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how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information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moves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from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and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to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spc="-20" dirty="0">
                <a:latin typeface="Times New Roman"/>
                <a:cs typeface="Times New Roman"/>
              </a:rPr>
              <a:t>each </a:t>
            </a:r>
            <a:r>
              <a:rPr sz="2800" dirty="0">
                <a:latin typeface="Times New Roman"/>
                <a:cs typeface="Times New Roman"/>
              </a:rPr>
              <a:t>of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these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processes</a:t>
            </a:r>
            <a:endParaRPr sz="2800" dirty="0">
              <a:latin typeface="Times New Roman"/>
              <a:cs typeface="Times New Roman"/>
            </a:endParaRPr>
          </a:p>
          <a:p>
            <a:pPr marL="553720" marR="584200" indent="-172085">
              <a:spcBef>
                <a:spcPts val="340"/>
              </a:spcBef>
              <a:buChar char="•"/>
              <a:tabLst>
                <a:tab pos="554355" algn="l"/>
              </a:tabLst>
            </a:pPr>
            <a:r>
              <a:rPr sz="2800" dirty="0">
                <a:latin typeface="Times New Roman"/>
                <a:cs typeface="Times New Roman"/>
              </a:rPr>
              <a:t>Shows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in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more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detail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content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of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higher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level process</a:t>
            </a:r>
            <a:endParaRPr sz="2800" dirty="0">
              <a:latin typeface="Times New Roman"/>
              <a:cs typeface="Times New Roman"/>
            </a:endParaRPr>
          </a:p>
          <a:p>
            <a:pPr marL="553720" marR="385445" indent="-172085">
              <a:spcBef>
                <a:spcPts val="335"/>
              </a:spcBef>
              <a:buChar char="•"/>
              <a:tabLst>
                <a:tab pos="554355" algn="l"/>
              </a:tabLst>
            </a:pPr>
            <a:r>
              <a:rPr sz="2800" dirty="0">
                <a:latin typeface="Times New Roman"/>
                <a:cs typeface="Times New Roman"/>
              </a:rPr>
              <a:t>Level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1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diagrams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may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not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be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needed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for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all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level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spc="-50" dirty="0">
                <a:latin typeface="Times New Roman"/>
                <a:cs typeface="Times New Roman"/>
              </a:rPr>
              <a:t>0 </a:t>
            </a:r>
            <a:r>
              <a:rPr sz="2800" spc="-10" dirty="0">
                <a:latin typeface="Times New Roman"/>
                <a:cs typeface="Times New Roman"/>
              </a:rPr>
              <a:t>processes</a:t>
            </a:r>
            <a:endParaRPr sz="28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7890768" y="8086398"/>
            <a:ext cx="115570" cy="110928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spcBef>
                <a:spcPts val="25"/>
              </a:spcBef>
            </a:pPr>
            <a:r>
              <a:rPr sz="700" spc="-25" dirty="0">
                <a:latin typeface="Times New Roman"/>
                <a:cs typeface="Times New Roman"/>
              </a:rPr>
              <a:t>16</a:t>
            </a:r>
            <a:endParaRPr sz="700">
              <a:latin typeface="Times New Roman"/>
              <a:cs typeface="Times New Roman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228345" y="152400"/>
            <a:ext cx="11734800" cy="3535583"/>
          </a:xfrm>
          <a:prstGeom prst="rect">
            <a:avLst/>
          </a:prstGeom>
          <a:ln w="12953">
            <a:solidFill>
              <a:srgbClr val="000000"/>
            </a:solidFill>
          </a:ln>
        </p:spPr>
        <p:txBody>
          <a:bodyPr vert="horz" wrap="square" lIns="0" tIns="194310" rIns="0" bIns="0" rtlCol="0">
            <a:spAutoFit/>
          </a:bodyPr>
          <a:lstStyle/>
          <a:p>
            <a:pPr algn="ctr">
              <a:spcBef>
                <a:spcPts val="1530"/>
              </a:spcBef>
            </a:pPr>
            <a:r>
              <a:rPr sz="4000" b="1" dirty="0">
                <a:latin typeface="Times New Roman"/>
                <a:cs typeface="Times New Roman"/>
              </a:rPr>
              <a:t>Level</a:t>
            </a:r>
            <a:r>
              <a:rPr sz="4000" spc="-35" dirty="0">
                <a:latin typeface="Times New Roman"/>
                <a:cs typeface="Times New Roman"/>
              </a:rPr>
              <a:t> </a:t>
            </a:r>
            <a:r>
              <a:rPr sz="4000" b="1" dirty="0">
                <a:latin typeface="Times New Roman"/>
                <a:cs typeface="Times New Roman"/>
              </a:rPr>
              <a:t>2</a:t>
            </a:r>
            <a:r>
              <a:rPr sz="4000" spc="-35" dirty="0">
                <a:latin typeface="Times New Roman"/>
                <a:cs typeface="Times New Roman"/>
              </a:rPr>
              <a:t> </a:t>
            </a:r>
            <a:r>
              <a:rPr sz="4000" b="1" spc="-10" dirty="0">
                <a:latin typeface="Times New Roman"/>
                <a:cs typeface="Times New Roman"/>
              </a:rPr>
              <a:t>Diagrams</a:t>
            </a:r>
            <a:endParaRPr sz="4000" dirty="0">
              <a:latin typeface="Times New Roman"/>
              <a:cs typeface="Times New Roman"/>
            </a:endParaRPr>
          </a:p>
          <a:p>
            <a:pPr marL="553720" marR="401320" indent="-172085">
              <a:spcBef>
                <a:spcPts val="1425"/>
              </a:spcBef>
              <a:buChar char="•"/>
              <a:tabLst>
                <a:tab pos="554355" algn="l"/>
              </a:tabLst>
            </a:pPr>
            <a:r>
              <a:rPr sz="2800" dirty="0">
                <a:latin typeface="Times New Roman"/>
                <a:cs typeface="Times New Roman"/>
              </a:rPr>
              <a:t>Shows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all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processes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that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comprise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single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process </a:t>
            </a:r>
            <a:r>
              <a:rPr sz="2800" dirty="0">
                <a:latin typeface="Times New Roman"/>
                <a:cs typeface="Times New Roman"/>
              </a:rPr>
              <a:t>on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level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1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diagram</a:t>
            </a:r>
            <a:endParaRPr sz="2800" dirty="0">
              <a:latin typeface="Times New Roman"/>
              <a:cs typeface="Times New Roman"/>
            </a:endParaRPr>
          </a:p>
          <a:p>
            <a:pPr marL="553720" marR="535940" indent="-172085">
              <a:spcBef>
                <a:spcPts val="345"/>
              </a:spcBef>
              <a:buChar char="•"/>
              <a:tabLst>
                <a:tab pos="554355" algn="l"/>
              </a:tabLst>
            </a:pPr>
            <a:r>
              <a:rPr sz="2800" dirty="0">
                <a:latin typeface="Times New Roman"/>
                <a:cs typeface="Times New Roman"/>
              </a:rPr>
              <a:t>Shows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how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information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moves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from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and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to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spc="-20" dirty="0">
                <a:latin typeface="Times New Roman"/>
                <a:cs typeface="Times New Roman"/>
              </a:rPr>
              <a:t>each </a:t>
            </a:r>
            <a:r>
              <a:rPr sz="2800" dirty="0">
                <a:latin typeface="Times New Roman"/>
                <a:cs typeface="Times New Roman"/>
              </a:rPr>
              <a:t>of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these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processes</a:t>
            </a:r>
            <a:endParaRPr sz="2800" dirty="0">
              <a:latin typeface="Times New Roman"/>
              <a:cs typeface="Times New Roman"/>
            </a:endParaRPr>
          </a:p>
          <a:p>
            <a:pPr marL="553720" marR="385445" indent="-172085">
              <a:spcBef>
                <a:spcPts val="340"/>
              </a:spcBef>
              <a:buChar char="•"/>
              <a:tabLst>
                <a:tab pos="554355" algn="l"/>
              </a:tabLst>
            </a:pPr>
            <a:r>
              <a:rPr sz="2800" dirty="0">
                <a:latin typeface="Times New Roman"/>
                <a:cs typeface="Times New Roman"/>
              </a:rPr>
              <a:t>Level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2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diagrams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may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not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be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needed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for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all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level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spc="-50" dirty="0">
                <a:latin typeface="Times New Roman"/>
                <a:cs typeface="Times New Roman"/>
              </a:rPr>
              <a:t>1 </a:t>
            </a:r>
            <a:r>
              <a:rPr sz="2800" spc="-10" dirty="0">
                <a:latin typeface="Times New Roman"/>
                <a:cs typeface="Times New Roman"/>
              </a:rPr>
              <a:t>processes</a:t>
            </a:r>
            <a:endParaRPr sz="2800" dirty="0">
              <a:latin typeface="Times New Roman"/>
              <a:cs typeface="Times New Roman"/>
            </a:endParaRPr>
          </a:p>
          <a:p>
            <a:pPr marL="553720" marR="510540" indent="-172085" algn="just">
              <a:spcBef>
                <a:spcPts val="335"/>
              </a:spcBef>
              <a:buChar char="•"/>
              <a:tabLst>
                <a:tab pos="554355" algn="l"/>
              </a:tabLst>
            </a:pPr>
            <a:r>
              <a:rPr sz="2800" dirty="0">
                <a:latin typeface="Times New Roman"/>
                <a:cs typeface="Times New Roman"/>
              </a:rPr>
              <a:t>Correctly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numbering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each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process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helps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spc="-20" dirty="0">
                <a:latin typeface="Times New Roman"/>
                <a:cs typeface="Times New Roman"/>
              </a:rPr>
              <a:t>user </a:t>
            </a:r>
            <a:r>
              <a:rPr sz="2800" dirty="0">
                <a:latin typeface="Times New Roman"/>
                <a:cs typeface="Times New Roman"/>
              </a:rPr>
              <a:t>understand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where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process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fits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into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overall system</a:t>
            </a:r>
            <a:endParaRPr sz="2800" dirty="0">
              <a:latin typeface="Times New Roman"/>
              <a:cs typeface="Times New Roman"/>
            </a:endParaRPr>
          </a:p>
          <a:p>
            <a:pPr marR="374015" algn="r">
              <a:spcBef>
                <a:spcPts val="685"/>
              </a:spcBef>
            </a:pPr>
            <a:r>
              <a:rPr sz="1100" spc="-25" dirty="0">
                <a:latin typeface="Times New Roman"/>
                <a:cs typeface="Times New Roman"/>
              </a:rPr>
              <a:t>15</a:t>
            </a:r>
            <a:endParaRPr sz="1100" dirty="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04396" y="4191000"/>
            <a:ext cx="11734800" cy="4553811"/>
          </a:xfrm>
          <a:prstGeom prst="rect">
            <a:avLst/>
          </a:prstGeom>
          <a:ln w="12953">
            <a:solidFill>
              <a:srgbClr val="000000"/>
            </a:solidFill>
          </a:ln>
        </p:spPr>
        <p:txBody>
          <a:bodyPr vert="horz" wrap="square" lIns="0" tIns="194310" rIns="0" bIns="0" rtlCol="0">
            <a:spAutoFit/>
          </a:bodyPr>
          <a:lstStyle/>
          <a:p>
            <a:pPr marL="149225" algn="ctr">
              <a:spcBef>
                <a:spcPts val="1530"/>
              </a:spcBef>
            </a:pPr>
            <a:r>
              <a:rPr sz="4000" b="1" dirty="0">
                <a:latin typeface="Times New Roman"/>
                <a:cs typeface="Times New Roman"/>
              </a:rPr>
              <a:t>Data</a:t>
            </a:r>
            <a:r>
              <a:rPr sz="4000" spc="-50" dirty="0">
                <a:latin typeface="Times New Roman"/>
                <a:cs typeface="Times New Roman"/>
              </a:rPr>
              <a:t> </a:t>
            </a:r>
            <a:r>
              <a:rPr sz="4000" b="1" dirty="0">
                <a:latin typeface="Times New Roman"/>
                <a:cs typeface="Times New Roman"/>
              </a:rPr>
              <a:t>Flow</a:t>
            </a:r>
            <a:r>
              <a:rPr sz="4000" spc="-45" dirty="0">
                <a:latin typeface="Times New Roman"/>
                <a:cs typeface="Times New Roman"/>
              </a:rPr>
              <a:t> </a:t>
            </a:r>
            <a:r>
              <a:rPr sz="4000" b="1" dirty="0">
                <a:latin typeface="Times New Roman"/>
                <a:cs typeface="Times New Roman"/>
              </a:rPr>
              <a:t>Splits</a:t>
            </a:r>
            <a:r>
              <a:rPr sz="4000" spc="-45" dirty="0">
                <a:latin typeface="Times New Roman"/>
                <a:cs typeface="Times New Roman"/>
              </a:rPr>
              <a:t> </a:t>
            </a:r>
            <a:r>
              <a:rPr sz="4000" b="1" dirty="0">
                <a:latin typeface="Times New Roman"/>
                <a:cs typeface="Times New Roman"/>
              </a:rPr>
              <a:t>and</a:t>
            </a:r>
            <a:r>
              <a:rPr sz="4000" spc="-45" dirty="0">
                <a:latin typeface="Times New Roman"/>
                <a:cs typeface="Times New Roman"/>
              </a:rPr>
              <a:t> </a:t>
            </a:r>
            <a:r>
              <a:rPr sz="4000" b="1" spc="-10" dirty="0">
                <a:latin typeface="Times New Roman"/>
                <a:cs typeface="Times New Roman"/>
              </a:rPr>
              <a:t>Joins</a:t>
            </a:r>
            <a:endParaRPr sz="4000" dirty="0">
              <a:latin typeface="Times New Roman"/>
              <a:cs typeface="Times New Roman"/>
            </a:endParaRPr>
          </a:p>
          <a:p>
            <a:pPr marL="553720" marR="647700" indent="-172085">
              <a:spcBef>
                <a:spcPts val="1425"/>
              </a:spcBef>
              <a:buChar char="•"/>
              <a:tabLst>
                <a:tab pos="554355" algn="l"/>
              </a:tabLst>
            </a:pPr>
            <a:r>
              <a:rPr sz="2800" dirty="0">
                <a:latin typeface="Times New Roman"/>
                <a:cs typeface="Times New Roman"/>
              </a:rPr>
              <a:t>A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data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flow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split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shows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where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flow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is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broken </a:t>
            </a:r>
            <a:r>
              <a:rPr sz="2800" dirty="0">
                <a:latin typeface="Times New Roman"/>
                <a:cs typeface="Times New Roman"/>
              </a:rPr>
              <a:t>into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its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component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parts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for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use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in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separate processes</a:t>
            </a:r>
            <a:endParaRPr sz="2800" dirty="0">
              <a:latin typeface="Times New Roman"/>
              <a:cs typeface="Times New Roman"/>
            </a:endParaRPr>
          </a:p>
          <a:p>
            <a:pPr marL="553720" marR="619125" indent="-172085">
              <a:spcBef>
                <a:spcPts val="345"/>
              </a:spcBef>
              <a:buChar char="•"/>
              <a:tabLst>
                <a:tab pos="554355" algn="l"/>
              </a:tabLst>
            </a:pPr>
            <a:r>
              <a:rPr sz="2800" dirty="0">
                <a:latin typeface="Times New Roman"/>
                <a:cs typeface="Times New Roman"/>
              </a:rPr>
              <a:t>Data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flow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splits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need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not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be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mutually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exclusive </a:t>
            </a:r>
            <a:r>
              <a:rPr sz="2800" dirty="0">
                <a:latin typeface="Times New Roman"/>
                <a:cs typeface="Times New Roman"/>
              </a:rPr>
              <a:t>nor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use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all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data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from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parent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spc="-20" dirty="0">
                <a:latin typeface="Times New Roman"/>
                <a:cs typeface="Times New Roman"/>
              </a:rPr>
              <a:t>flow</a:t>
            </a:r>
            <a:endParaRPr sz="2800" dirty="0">
              <a:latin typeface="Times New Roman"/>
              <a:cs typeface="Times New Roman"/>
            </a:endParaRPr>
          </a:p>
          <a:p>
            <a:pPr marL="553720" marR="761365" indent="-172085">
              <a:spcBef>
                <a:spcPts val="340"/>
              </a:spcBef>
              <a:buChar char="•"/>
              <a:tabLst>
                <a:tab pos="554355" algn="l"/>
              </a:tabLst>
            </a:pPr>
            <a:r>
              <a:rPr sz="2800" dirty="0">
                <a:latin typeface="Times New Roman"/>
                <a:cs typeface="Times New Roman"/>
              </a:rPr>
              <a:t>As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we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move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to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lower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levels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we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become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spc="-20" dirty="0">
                <a:latin typeface="Times New Roman"/>
                <a:cs typeface="Times New Roman"/>
              </a:rPr>
              <a:t>more </a:t>
            </a:r>
            <a:r>
              <a:rPr sz="2800" dirty="0">
                <a:latin typeface="Times New Roman"/>
                <a:cs typeface="Times New Roman"/>
              </a:rPr>
              <a:t>precise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about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data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flows</a:t>
            </a:r>
            <a:endParaRPr sz="2800" dirty="0">
              <a:latin typeface="Times New Roman"/>
              <a:cs typeface="Times New Roman"/>
            </a:endParaRPr>
          </a:p>
          <a:p>
            <a:pPr marL="553720" marR="622300" indent="-172085">
              <a:spcBef>
                <a:spcPts val="345"/>
              </a:spcBef>
              <a:buChar char="•"/>
              <a:tabLst>
                <a:tab pos="554355" algn="l"/>
              </a:tabLst>
            </a:pPr>
            <a:r>
              <a:rPr sz="2800" dirty="0">
                <a:latin typeface="Times New Roman"/>
                <a:cs typeface="Times New Roman"/>
              </a:rPr>
              <a:t>A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data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flow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join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shows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where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components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spc="-25" dirty="0">
                <a:latin typeface="Times New Roman"/>
                <a:cs typeface="Times New Roman"/>
              </a:rPr>
              <a:t>are </a:t>
            </a:r>
            <a:r>
              <a:rPr sz="2800" dirty="0">
                <a:latin typeface="Times New Roman"/>
                <a:cs typeface="Times New Roman"/>
              </a:rPr>
              <a:t>merged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to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describe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more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comprehensive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spc="-20" dirty="0">
                <a:latin typeface="Times New Roman"/>
                <a:cs typeface="Times New Roman"/>
              </a:rPr>
              <a:t>flow</a:t>
            </a:r>
            <a:endParaRPr sz="28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04800" y="774192"/>
            <a:ext cx="11430000" cy="7959871"/>
          </a:xfrm>
          <a:prstGeom prst="rect">
            <a:avLst/>
          </a:prstGeom>
          <a:ln w="12953">
            <a:solidFill>
              <a:srgbClr val="000000"/>
            </a:solidFill>
          </a:ln>
        </p:spPr>
        <p:txBody>
          <a:bodyPr vert="horz" wrap="square" lIns="0" tIns="194310" rIns="0" bIns="0" rtlCol="0">
            <a:spAutoFit/>
          </a:bodyPr>
          <a:lstStyle/>
          <a:p>
            <a:pPr marL="1061085" algn="ctr">
              <a:spcBef>
                <a:spcPts val="1530"/>
              </a:spcBef>
            </a:pPr>
            <a:r>
              <a:rPr sz="4400" b="1" dirty="0">
                <a:latin typeface="Times New Roman"/>
                <a:cs typeface="Times New Roman"/>
              </a:rPr>
              <a:t>Alternative</a:t>
            </a:r>
            <a:r>
              <a:rPr sz="4400" spc="-75" dirty="0">
                <a:latin typeface="Times New Roman"/>
                <a:cs typeface="Times New Roman"/>
              </a:rPr>
              <a:t> </a:t>
            </a:r>
            <a:r>
              <a:rPr sz="4400" b="1" dirty="0">
                <a:latin typeface="Times New Roman"/>
                <a:cs typeface="Times New Roman"/>
              </a:rPr>
              <a:t>Data</a:t>
            </a:r>
            <a:r>
              <a:rPr sz="4400" spc="-75" dirty="0">
                <a:latin typeface="Times New Roman"/>
                <a:cs typeface="Times New Roman"/>
              </a:rPr>
              <a:t> </a:t>
            </a:r>
            <a:r>
              <a:rPr sz="4400" b="1" spc="-10" dirty="0">
                <a:latin typeface="Times New Roman"/>
                <a:cs typeface="Times New Roman"/>
              </a:rPr>
              <a:t>Flows</a:t>
            </a:r>
            <a:endParaRPr sz="44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4400" dirty="0">
              <a:latin typeface="Times New Roman"/>
              <a:cs typeface="Times New Roman"/>
            </a:endParaRPr>
          </a:p>
          <a:p>
            <a:pPr marL="553720" marR="421640" indent="-171450">
              <a:spcBef>
                <a:spcPts val="1430"/>
              </a:spcBef>
              <a:buChar char="•"/>
              <a:tabLst>
                <a:tab pos="554355" algn="l"/>
              </a:tabLst>
            </a:pPr>
            <a:r>
              <a:rPr sz="2800" dirty="0">
                <a:latin typeface="Times New Roman"/>
                <a:cs typeface="Times New Roman"/>
              </a:rPr>
              <a:t>Where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process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can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produce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different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data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given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different conditions</a:t>
            </a:r>
            <a:endParaRPr sz="2800" dirty="0">
              <a:latin typeface="Times New Roman"/>
              <a:cs typeface="Times New Roman"/>
            </a:endParaRPr>
          </a:p>
          <a:p>
            <a:pPr marL="553720" marR="514350" indent="-171450">
              <a:spcBef>
                <a:spcPts val="280"/>
              </a:spcBef>
              <a:buChar char="•"/>
              <a:tabLst>
                <a:tab pos="554355" algn="l"/>
              </a:tabLst>
            </a:pPr>
            <a:r>
              <a:rPr sz="2800" dirty="0">
                <a:latin typeface="Times New Roman"/>
                <a:cs typeface="Times New Roman"/>
              </a:rPr>
              <a:t>We</a:t>
            </a:r>
            <a:r>
              <a:rPr sz="2800" spc="-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show both data</a:t>
            </a:r>
            <a:r>
              <a:rPr sz="2800" spc="-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flows and use</a:t>
            </a:r>
            <a:r>
              <a:rPr sz="2800" spc="-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 process </a:t>
            </a:r>
            <a:r>
              <a:rPr sz="2800" spc="-10" dirty="0">
                <a:latin typeface="Times New Roman"/>
                <a:cs typeface="Times New Roman"/>
              </a:rPr>
              <a:t>description </a:t>
            </a:r>
            <a:r>
              <a:rPr sz="2800" dirty="0">
                <a:latin typeface="Times New Roman"/>
                <a:cs typeface="Times New Roman"/>
              </a:rPr>
              <a:t>to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explain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why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they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are</a:t>
            </a:r>
            <a:r>
              <a:rPr sz="2800" spc="-10" dirty="0">
                <a:latin typeface="Times New Roman"/>
                <a:cs typeface="Times New Roman"/>
              </a:rPr>
              <a:t> alternatives</a:t>
            </a:r>
            <a:endParaRPr sz="2800" dirty="0">
              <a:latin typeface="Times New Roman"/>
              <a:cs typeface="Times New Roman"/>
            </a:endParaRPr>
          </a:p>
          <a:p>
            <a:pPr marL="553720" marR="593090" indent="-171450">
              <a:spcBef>
                <a:spcPts val="284"/>
              </a:spcBef>
              <a:buChar char="•"/>
              <a:tabLst>
                <a:tab pos="554355" algn="l"/>
              </a:tabLst>
            </a:pPr>
            <a:r>
              <a:rPr sz="2800" dirty="0">
                <a:latin typeface="Times New Roman"/>
                <a:cs typeface="Times New Roman"/>
              </a:rPr>
              <a:t>Tip</a:t>
            </a:r>
            <a:r>
              <a:rPr sz="2800" spc="-10" dirty="0">
                <a:latin typeface="Times New Roman"/>
                <a:cs typeface="Times New Roman"/>
              </a:rPr>
              <a:t> -</a:t>
            </a:r>
            <a:r>
              <a:rPr sz="2800" dirty="0">
                <a:latin typeface="Times New Roman"/>
                <a:cs typeface="Times New Roman"/>
              </a:rPr>
              <a:t>-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alternative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data</a:t>
            </a:r>
            <a:r>
              <a:rPr sz="2800" spc="-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flows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often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accompany</a:t>
            </a:r>
            <a:r>
              <a:rPr sz="2800" spc="-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processes </a:t>
            </a:r>
            <a:r>
              <a:rPr sz="2800" dirty="0">
                <a:latin typeface="Times New Roman"/>
                <a:cs typeface="Times New Roman"/>
              </a:rPr>
              <a:t>with IF </a:t>
            </a:r>
            <a:r>
              <a:rPr sz="2800" spc="-10" dirty="0">
                <a:latin typeface="Times New Roman"/>
                <a:cs typeface="Times New Roman"/>
              </a:rPr>
              <a:t>statements</a:t>
            </a:r>
            <a:endParaRPr sz="2800" dirty="0">
              <a:latin typeface="Times New Roman"/>
              <a:cs typeface="Times New Roman"/>
            </a:endParaRPr>
          </a:p>
          <a:p>
            <a:pPr marL="1022350" algn="ctr">
              <a:spcBef>
                <a:spcPts val="1230"/>
              </a:spcBef>
            </a:pPr>
            <a:r>
              <a:rPr lang="en-US" sz="4400" b="1" dirty="0">
                <a:latin typeface="Times New Roman"/>
                <a:cs typeface="Times New Roman"/>
              </a:rPr>
              <a:t>Elements</a:t>
            </a:r>
            <a:r>
              <a:rPr lang="en-US" sz="4400" spc="-35" dirty="0">
                <a:latin typeface="Times New Roman"/>
                <a:cs typeface="Times New Roman"/>
              </a:rPr>
              <a:t> </a:t>
            </a:r>
            <a:r>
              <a:rPr lang="en-US" sz="4400" b="1" dirty="0">
                <a:latin typeface="Times New Roman"/>
                <a:cs typeface="Times New Roman"/>
              </a:rPr>
              <a:t>of</a:t>
            </a:r>
            <a:r>
              <a:rPr lang="en-US" sz="4400" spc="-35" dirty="0">
                <a:latin typeface="Times New Roman"/>
                <a:cs typeface="Times New Roman"/>
              </a:rPr>
              <a:t> </a:t>
            </a:r>
            <a:r>
              <a:rPr lang="en-US" sz="4400" b="1" dirty="0">
                <a:latin typeface="Times New Roman"/>
                <a:cs typeface="Times New Roman"/>
              </a:rPr>
              <a:t>a</a:t>
            </a:r>
            <a:r>
              <a:rPr lang="en-US" sz="4400" spc="-35" dirty="0">
                <a:latin typeface="Times New Roman"/>
                <a:cs typeface="Times New Roman"/>
              </a:rPr>
              <a:t> </a:t>
            </a:r>
            <a:r>
              <a:rPr lang="en-US" sz="4400" b="1" dirty="0">
                <a:latin typeface="Times New Roman"/>
                <a:cs typeface="Times New Roman"/>
              </a:rPr>
              <a:t>Use</a:t>
            </a:r>
            <a:r>
              <a:rPr lang="en-US" sz="4400" spc="-35" dirty="0">
                <a:latin typeface="Times New Roman"/>
                <a:cs typeface="Times New Roman"/>
              </a:rPr>
              <a:t> </a:t>
            </a:r>
            <a:r>
              <a:rPr lang="en-US" sz="4400" b="1" spc="-20" dirty="0">
                <a:latin typeface="Times New Roman"/>
                <a:cs typeface="Times New Roman"/>
              </a:rPr>
              <a:t>Case</a:t>
            </a:r>
            <a:endParaRPr lang="en-US" sz="4400" dirty="0">
              <a:latin typeface="Times New Roman"/>
              <a:cs typeface="Times New Roman"/>
            </a:endParaRPr>
          </a:p>
          <a:p>
            <a:pPr marL="553720" indent="-172085">
              <a:spcBef>
                <a:spcPts val="1725"/>
              </a:spcBef>
              <a:buChar char="•"/>
              <a:tabLst>
                <a:tab pos="554355" algn="l"/>
              </a:tabLst>
            </a:pPr>
            <a:r>
              <a:rPr lang="en-US" sz="3200" dirty="0">
                <a:latin typeface="Times New Roman"/>
                <a:cs typeface="Times New Roman"/>
              </a:rPr>
              <a:t>Trigger</a:t>
            </a:r>
            <a:r>
              <a:rPr lang="en-US" sz="3200" spc="-35" dirty="0">
                <a:latin typeface="Times New Roman"/>
                <a:cs typeface="Times New Roman"/>
              </a:rPr>
              <a:t> </a:t>
            </a:r>
            <a:r>
              <a:rPr lang="en-US" sz="3200" spc="-10" dirty="0">
                <a:latin typeface="Times New Roman"/>
                <a:cs typeface="Times New Roman"/>
              </a:rPr>
              <a:t>-</a:t>
            </a:r>
            <a:r>
              <a:rPr lang="en-US" sz="3200" dirty="0">
                <a:latin typeface="Times New Roman"/>
                <a:cs typeface="Times New Roman"/>
              </a:rPr>
              <a:t>-</a:t>
            </a:r>
            <a:r>
              <a:rPr lang="en-US" sz="3200" spc="-25" dirty="0">
                <a:latin typeface="Times New Roman"/>
                <a:cs typeface="Times New Roman"/>
              </a:rPr>
              <a:t> </a:t>
            </a:r>
            <a:r>
              <a:rPr lang="en-US" sz="3200" dirty="0">
                <a:latin typeface="Times New Roman"/>
                <a:cs typeface="Times New Roman"/>
              </a:rPr>
              <a:t>event</a:t>
            </a:r>
            <a:r>
              <a:rPr lang="en-US" sz="3200" spc="-30" dirty="0">
                <a:latin typeface="Times New Roman"/>
                <a:cs typeface="Times New Roman"/>
              </a:rPr>
              <a:t> </a:t>
            </a:r>
            <a:r>
              <a:rPr lang="en-US" sz="3200" dirty="0">
                <a:latin typeface="Times New Roman"/>
                <a:cs typeface="Times New Roman"/>
              </a:rPr>
              <a:t>that</a:t>
            </a:r>
            <a:r>
              <a:rPr lang="en-US" sz="3200" spc="-30" dirty="0">
                <a:latin typeface="Times New Roman"/>
                <a:cs typeface="Times New Roman"/>
              </a:rPr>
              <a:t> </a:t>
            </a:r>
            <a:r>
              <a:rPr lang="en-US" sz="3200" dirty="0">
                <a:latin typeface="Times New Roman"/>
                <a:cs typeface="Times New Roman"/>
              </a:rPr>
              <a:t>causes</a:t>
            </a:r>
            <a:r>
              <a:rPr lang="en-US" sz="3200" spc="-35" dirty="0">
                <a:latin typeface="Times New Roman"/>
                <a:cs typeface="Times New Roman"/>
              </a:rPr>
              <a:t> </a:t>
            </a:r>
            <a:r>
              <a:rPr lang="en-US" sz="3200" dirty="0">
                <a:latin typeface="Times New Roman"/>
                <a:cs typeface="Times New Roman"/>
              </a:rPr>
              <a:t>the</a:t>
            </a:r>
            <a:r>
              <a:rPr lang="en-US" sz="3200" spc="-30" dirty="0">
                <a:latin typeface="Times New Roman"/>
                <a:cs typeface="Times New Roman"/>
              </a:rPr>
              <a:t> </a:t>
            </a:r>
            <a:r>
              <a:rPr lang="en-US" sz="3200" dirty="0">
                <a:latin typeface="Times New Roman"/>
                <a:cs typeface="Times New Roman"/>
              </a:rPr>
              <a:t>scenario</a:t>
            </a:r>
            <a:r>
              <a:rPr lang="en-US" sz="3200" spc="-35" dirty="0">
                <a:latin typeface="Times New Roman"/>
                <a:cs typeface="Times New Roman"/>
              </a:rPr>
              <a:t> </a:t>
            </a:r>
            <a:r>
              <a:rPr lang="en-US" sz="3200" dirty="0">
                <a:latin typeface="Times New Roman"/>
                <a:cs typeface="Times New Roman"/>
              </a:rPr>
              <a:t>to</a:t>
            </a:r>
            <a:r>
              <a:rPr lang="en-US" sz="3200" spc="-30" dirty="0">
                <a:latin typeface="Times New Roman"/>
                <a:cs typeface="Times New Roman"/>
              </a:rPr>
              <a:t> </a:t>
            </a:r>
            <a:r>
              <a:rPr lang="en-US" sz="3200" spc="-20" dirty="0">
                <a:latin typeface="Times New Roman"/>
                <a:cs typeface="Times New Roman"/>
              </a:rPr>
              <a:t>begin</a:t>
            </a:r>
            <a:endParaRPr lang="en-US" sz="3200" dirty="0">
              <a:latin typeface="Times New Roman"/>
              <a:cs typeface="Times New Roman"/>
            </a:endParaRPr>
          </a:p>
          <a:p>
            <a:pPr marL="753745" lvl="1" indent="-143510">
              <a:spcBef>
                <a:spcPts val="245"/>
              </a:spcBef>
              <a:buChar char="–"/>
              <a:tabLst>
                <a:tab pos="754380" algn="l"/>
              </a:tabLst>
            </a:pPr>
            <a:r>
              <a:rPr lang="en-US" dirty="0">
                <a:latin typeface="Times New Roman"/>
                <a:cs typeface="Times New Roman"/>
              </a:rPr>
              <a:t>External</a:t>
            </a:r>
            <a:r>
              <a:rPr lang="en-US" spc="-25" dirty="0">
                <a:latin typeface="Times New Roman"/>
                <a:cs typeface="Times New Roman"/>
              </a:rPr>
              <a:t> </a:t>
            </a:r>
            <a:r>
              <a:rPr lang="en-US" spc="-10" dirty="0">
                <a:latin typeface="Times New Roman"/>
                <a:cs typeface="Times New Roman"/>
              </a:rPr>
              <a:t>trigger</a:t>
            </a:r>
            <a:endParaRPr lang="en-US" dirty="0">
              <a:latin typeface="Times New Roman"/>
              <a:cs typeface="Times New Roman"/>
            </a:endParaRPr>
          </a:p>
          <a:p>
            <a:pPr marL="753745" lvl="1" indent="-143510">
              <a:spcBef>
                <a:spcPts val="240"/>
              </a:spcBef>
              <a:buChar char="–"/>
              <a:tabLst>
                <a:tab pos="754380" algn="l"/>
              </a:tabLst>
            </a:pPr>
            <a:r>
              <a:rPr lang="en-US" dirty="0">
                <a:latin typeface="Times New Roman"/>
                <a:cs typeface="Times New Roman"/>
              </a:rPr>
              <a:t>Temporal</a:t>
            </a:r>
            <a:r>
              <a:rPr lang="en-US" spc="-60" dirty="0">
                <a:latin typeface="Times New Roman"/>
                <a:cs typeface="Times New Roman"/>
              </a:rPr>
              <a:t> </a:t>
            </a:r>
            <a:r>
              <a:rPr lang="en-US" spc="-10" dirty="0">
                <a:latin typeface="Times New Roman"/>
                <a:cs typeface="Times New Roman"/>
              </a:rPr>
              <a:t>trigger</a:t>
            </a:r>
            <a:endParaRPr lang="en-US" dirty="0">
              <a:latin typeface="Times New Roman"/>
              <a:cs typeface="Times New Roman"/>
            </a:endParaRPr>
          </a:p>
          <a:p>
            <a:pPr marL="553720" indent="-172085">
              <a:spcBef>
                <a:spcPts val="334"/>
              </a:spcBef>
              <a:buChar char="•"/>
              <a:tabLst>
                <a:tab pos="554355" algn="l"/>
              </a:tabLst>
            </a:pPr>
            <a:r>
              <a:rPr lang="en-US" sz="3200" dirty="0">
                <a:latin typeface="Times New Roman"/>
                <a:cs typeface="Times New Roman"/>
              </a:rPr>
              <a:t>All</a:t>
            </a:r>
            <a:r>
              <a:rPr lang="en-US" sz="3200" spc="-40" dirty="0">
                <a:latin typeface="Times New Roman"/>
                <a:cs typeface="Times New Roman"/>
              </a:rPr>
              <a:t> </a:t>
            </a:r>
            <a:r>
              <a:rPr lang="en-US" sz="3200" dirty="0">
                <a:latin typeface="Times New Roman"/>
                <a:cs typeface="Times New Roman"/>
              </a:rPr>
              <a:t>possible</a:t>
            </a:r>
            <a:r>
              <a:rPr lang="en-US" sz="3200" spc="-40" dirty="0">
                <a:latin typeface="Times New Roman"/>
                <a:cs typeface="Times New Roman"/>
              </a:rPr>
              <a:t> </a:t>
            </a:r>
            <a:r>
              <a:rPr lang="en-US" sz="3200" dirty="0">
                <a:latin typeface="Times New Roman"/>
                <a:cs typeface="Times New Roman"/>
              </a:rPr>
              <a:t>inputs</a:t>
            </a:r>
            <a:r>
              <a:rPr lang="en-US" sz="3200" spc="-35" dirty="0">
                <a:latin typeface="Times New Roman"/>
                <a:cs typeface="Times New Roman"/>
              </a:rPr>
              <a:t> </a:t>
            </a:r>
            <a:r>
              <a:rPr lang="en-US" sz="3200" dirty="0">
                <a:latin typeface="Times New Roman"/>
                <a:cs typeface="Times New Roman"/>
              </a:rPr>
              <a:t>and</a:t>
            </a:r>
            <a:r>
              <a:rPr lang="en-US" sz="3200" spc="-40" dirty="0">
                <a:latin typeface="Times New Roman"/>
                <a:cs typeface="Times New Roman"/>
              </a:rPr>
              <a:t> </a:t>
            </a:r>
            <a:r>
              <a:rPr lang="en-US" sz="3200" spc="-10" dirty="0">
                <a:latin typeface="Times New Roman"/>
                <a:cs typeface="Times New Roman"/>
              </a:rPr>
              <a:t>outputs</a:t>
            </a:r>
            <a:endParaRPr lang="en-US" sz="3200" dirty="0">
              <a:latin typeface="Times New Roman"/>
              <a:cs typeface="Times New Roman"/>
            </a:endParaRPr>
          </a:p>
          <a:p>
            <a:pPr marL="553720" indent="-172085">
              <a:spcBef>
                <a:spcPts val="340"/>
              </a:spcBef>
              <a:buChar char="•"/>
              <a:tabLst>
                <a:tab pos="554355" algn="l"/>
              </a:tabLst>
            </a:pPr>
            <a:r>
              <a:rPr lang="en-US" sz="3200" dirty="0">
                <a:latin typeface="Times New Roman"/>
                <a:cs typeface="Times New Roman"/>
              </a:rPr>
              <a:t>Individual</a:t>
            </a:r>
            <a:r>
              <a:rPr lang="en-US" sz="3200" spc="-70" dirty="0">
                <a:latin typeface="Times New Roman"/>
                <a:cs typeface="Times New Roman"/>
              </a:rPr>
              <a:t> </a:t>
            </a:r>
            <a:r>
              <a:rPr lang="en-US" sz="3200" spc="-10" dirty="0">
                <a:latin typeface="Times New Roman"/>
                <a:cs typeface="Times New Roman"/>
              </a:rPr>
              <a:t>steps</a:t>
            </a:r>
            <a:endParaRPr lang="en-US" sz="3200" dirty="0">
              <a:latin typeface="Times New Roman"/>
              <a:cs typeface="Times New Roman"/>
            </a:endParaRPr>
          </a:p>
          <a:p>
            <a:pPr marL="753745" lvl="1" indent="-143510">
              <a:spcBef>
                <a:spcPts val="240"/>
              </a:spcBef>
              <a:buChar char="–"/>
              <a:tabLst>
                <a:tab pos="754380" algn="l"/>
              </a:tabLst>
            </a:pPr>
            <a:r>
              <a:rPr lang="en-US" dirty="0">
                <a:latin typeface="Times New Roman"/>
                <a:cs typeface="Times New Roman"/>
              </a:rPr>
              <a:t>Show</a:t>
            </a:r>
            <a:r>
              <a:rPr lang="en-US" spc="-40" dirty="0">
                <a:latin typeface="Times New Roman"/>
                <a:cs typeface="Times New Roman"/>
              </a:rPr>
              <a:t> </a:t>
            </a:r>
            <a:r>
              <a:rPr lang="en-US" dirty="0">
                <a:latin typeface="Times New Roman"/>
                <a:cs typeface="Times New Roman"/>
              </a:rPr>
              <a:t>sequential</a:t>
            </a:r>
            <a:r>
              <a:rPr lang="en-US" spc="-25" dirty="0">
                <a:latin typeface="Times New Roman"/>
                <a:cs typeface="Times New Roman"/>
              </a:rPr>
              <a:t> </a:t>
            </a:r>
            <a:r>
              <a:rPr lang="en-US" spc="-20" dirty="0">
                <a:latin typeface="Times New Roman"/>
                <a:cs typeface="Times New Roman"/>
              </a:rPr>
              <a:t>order</a:t>
            </a:r>
            <a:endParaRPr lang="en-US" dirty="0">
              <a:latin typeface="Times New Roman"/>
              <a:cs typeface="Times New Roman"/>
            </a:endParaRPr>
          </a:p>
          <a:p>
            <a:pPr marL="753745" lvl="1" indent="-143510">
              <a:spcBef>
                <a:spcPts val="240"/>
              </a:spcBef>
              <a:buChar char="–"/>
              <a:tabLst>
                <a:tab pos="754380" algn="l"/>
              </a:tabLst>
            </a:pPr>
            <a:r>
              <a:rPr lang="en-US" dirty="0">
                <a:latin typeface="Times New Roman"/>
                <a:cs typeface="Times New Roman"/>
              </a:rPr>
              <a:t>Show</a:t>
            </a:r>
            <a:r>
              <a:rPr lang="en-US" spc="-25" dirty="0">
                <a:latin typeface="Times New Roman"/>
                <a:cs typeface="Times New Roman"/>
              </a:rPr>
              <a:t> </a:t>
            </a:r>
            <a:r>
              <a:rPr lang="en-US" dirty="0">
                <a:latin typeface="Times New Roman"/>
                <a:cs typeface="Times New Roman"/>
              </a:rPr>
              <a:t>conditional</a:t>
            </a:r>
            <a:r>
              <a:rPr lang="en-US" spc="-30" dirty="0">
                <a:latin typeface="Times New Roman"/>
                <a:cs typeface="Times New Roman"/>
              </a:rPr>
              <a:t> </a:t>
            </a:r>
            <a:r>
              <a:rPr lang="en-US" spc="-20" dirty="0">
                <a:latin typeface="Times New Roman"/>
                <a:cs typeface="Times New Roman"/>
              </a:rPr>
              <a:t>steps</a:t>
            </a:r>
            <a:endParaRPr lang="en-US" dirty="0">
              <a:latin typeface="Times New Roman"/>
              <a:cs typeface="Times New Roman"/>
            </a:endParaRPr>
          </a:p>
          <a:p>
            <a:pPr marR="374015" algn="r"/>
            <a:r>
              <a:rPr sz="1200" spc="-25" dirty="0">
                <a:latin typeface="Times New Roman"/>
                <a:cs typeface="Times New Roman"/>
              </a:rPr>
              <a:t>17</a:t>
            </a:r>
            <a:endParaRPr sz="1200" dirty="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890768" y="8086398"/>
            <a:ext cx="115570" cy="110928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spcBef>
                <a:spcPts val="25"/>
              </a:spcBef>
            </a:pPr>
            <a:r>
              <a:rPr sz="700" spc="-25" dirty="0">
                <a:latin typeface="Times New Roman"/>
                <a:cs typeface="Times New Roman"/>
              </a:rPr>
              <a:t>18</a:t>
            </a:r>
            <a:endParaRPr sz="7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7890768" y="8086398"/>
            <a:ext cx="115570" cy="110928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spcBef>
                <a:spcPts val="25"/>
              </a:spcBef>
            </a:pPr>
            <a:r>
              <a:rPr sz="700" spc="-25" dirty="0">
                <a:latin typeface="Times New Roman"/>
                <a:cs typeface="Times New Roman"/>
              </a:rPr>
              <a:t>20</a:t>
            </a:r>
            <a:endParaRPr sz="700">
              <a:latin typeface="Times New Roman"/>
              <a:cs typeface="Times New Roman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381000" y="774192"/>
            <a:ext cx="11430000" cy="3407343"/>
          </a:xfrm>
          <a:prstGeom prst="rect">
            <a:avLst/>
          </a:prstGeom>
          <a:ln w="12953">
            <a:solidFill>
              <a:srgbClr val="000000"/>
            </a:solidFill>
          </a:ln>
        </p:spPr>
        <p:txBody>
          <a:bodyPr vert="horz" wrap="square" lIns="0" tIns="156210" rIns="0" bIns="0" rtlCol="0">
            <a:spAutoFit/>
          </a:bodyPr>
          <a:lstStyle/>
          <a:p>
            <a:pPr marL="1210310">
              <a:spcBef>
                <a:spcPts val="1230"/>
              </a:spcBef>
            </a:pPr>
            <a:r>
              <a:rPr sz="3600" b="1" dirty="0">
                <a:latin typeface="Times New Roman"/>
                <a:cs typeface="Times New Roman"/>
              </a:rPr>
              <a:t>DFD</a:t>
            </a:r>
            <a:r>
              <a:rPr sz="3600" spc="-35" dirty="0">
                <a:latin typeface="Times New Roman"/>
                <a:cs typeface="Times New Roman"/>
              </a:rPr>
              <a:t> </a:t>
            </a:r>
            <a:r>
              <a:rPr sz="3600" b="1" dirty="0">
                <a:latin typeface="Times New Roman"/>
                <a:cs typeface="Times New Roman"/>
              </a:rPr>
              <a:t>and</a:t>
            </a:r>
            <a:r>
              <a:rPr sz="3600" spc="-35" dirty="0">
                <a:latin typeface="Times New Roman"/>
                <a:cs typeface="Times New Roman"/>
              </a:rPr>
              <a:t> </a:t>
            </a:r>
            <a:r>
              <a:rPr sz="3600" b="1" dirty="0">
                <a:latin typeface="Times New Roman"/>
                <a:cs typeface="Times New Roman"/>
              </a:rPr>
              <a:t>Use</a:t>
            </a:r>
            <a:r>
              <a:rPr sz="3600" spc="-35" dirty="0">
                <a:latin typeface="Times New Roman"/>
                <a:cs typeface="Times New Roman"/>
              </a:rPr>
              <a:t> </a:t>
            </a:r>
            <a:r>
              <a:rPr sz="3600" b="1" spc="-10" dirty="0">
                <a:latin typeface="Times New Roman"/>
                <a:cs typeface="Times New Roman"/>
              </a:rPr>
              <a:t>Cases</a:t>
            </a:r>
            <a:endParaRPr sz="3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3600" dirty="0">
              <a:latin typeface="Times New Roman"/>
              <a:cs typeface="Times New Roman"/>
            </a:endParaRPr>
          </a:p>
          <a:p>
            <a:pPr marL="553720" marR="394335" indent="-171450">
              <a:spcBef>
                <a:spcPts val="1725"/>
              </a:spcBef>
              <a:buChar char="•"/>
              <a:tabLst>
                <a:tab pos="554355" algn="l"/>
              </a:tabLst>
            </a:pP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Data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Flow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Diagram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(DFD)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is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essential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Times New Roman"/>
                <a:cs typeface="Times New Roman"/>
              </a:rPr>
              <a:t>tool </a:t>
            </a:r>
            <a:r>
              <a:rPr sz="2400" dirty="0">
                <a:latin typeface="Times New Roman"/>
                <a:cs typeface="Times New Roman"/>
              </a:rPr>
              <a:t>for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creating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formal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descriptions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business </a:t>
            </a:r>
            <a:r>
              <a:rPr sz="2400" dirty="0">
                <a:latin typeface="Times New Roman"/>
                <a:cs typeface="Times New Roman"/>
              </a:rPr>
              <a:t>processes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data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flows.</a:t>
            </a:r>
            <a:endParaRPr sz="2400" dirty="0">
              <a:latin typeface="Times New Roman"/>
              <a:cs typeface="Times New Roman"/>
            </a:endParaRPr>
          </a:p>
          <a:p>
            <a:pPr marL="553720" marR="652780" indent="-171450">
              <a:spcBef>
                <a:spcPts val="345"/>
              </a:spcBef>
              <a:buChar char="•"/>
              <a:tabLst>
                <a:tab pos="554355" algn="l"/>
              </a:tabLst>
            </a:pPr>
            <a:r>
              <a:rPr lang="en-US" sz="2400" dirty="0">
                <a:latin typeface="Times New Roman"/>
                <a:cs typeface="Times New Roman"/>
              </a:rPr>
              <a:t>Use</a:t>
            </a:r>
            <a:r>
              <a:rPr lang="en-US" sz="2400" spc="-25" dirty="0">
                <a:latin typeface="Times New Roman"/>
                <a:cs typeface="Times New Roman"/>
              </a:rPr>
              <a:t> </a:t>
            </a:r>
            <a:r>
              <a:rPr lang="en-US" sz="2400" dirty="0">
                <a:latin typeface="Times New Roman"/>
                <a:cs typeface="Times New Roman"/>
              </a:rPr>
              <a:t>cases</a:t>
            </a:r>
            <a:r>
              <a:rPr lang="en-US" sz="2400" spc="-15" dirty="0">
                <a:latin typeface="Times New Roman"/>
                <a:cs typeface="Times New Roman"/>
              </a:rPr>
              <a:t> </a:t>
            </a:r>
            <a:r>
              <a:rPr lang="en-US" sz="2400" dirty="0">
                <a:latin typeface="Times New Roman"/>
                <a:cs typeface="Times New Roman"/>
              </a:rPr>
              <a:t>record</a:t>
            </a:r>
            <a:r>
              <a:rPr lang="en-US" sz="2400" spc="-20" dirty="0">
                <a:latin typeface="Times New Roman"/>
                <a:cs typeface="Times New Roman"/>
              </a:rPr>
              <a:t> </a:t>
            </a:r>
            <a:r>
              <a:rPr lang="en-US" sz="2400" dirty="0">
                <a:latin typeface="Times New Roman"/>
                <a:cs typeface="Times New Roman"/>
              </a:rPr>
              <a:t>the</a:t>
            </a:r>
            <a:r>
              <a:rPr lang="en-US" sz="2400" spc="-20" dirty="0">
                <a:latin typeface="Times New Roman"/>
                <a:cs typeface="Times New Roman"/>
              </a:rPr>
              <a:t> </a:t>
            </a:r>
            <a:r>
              <a:rPr lang="en-US" sz="2400" dirty="0">
                <a:latin typeface="Times New Roman"/>
                <a:cs typeface="Times New Roman"/>
              </a:rPr>
              <a:t>input,</a:t>
            </a:r>
            <a:r>
              <a:rPr lang="en-US" sz="2400" spc="-20" dirty="0">
                <a:latin typeface="Times New Roman"/>
                <a:cs typeface="Times New Roman"/>
              </a:rPr>
              <a:t> </a:t>
            </a:r>
            <a:r>
              <a:rPr lang="en-US" sz="2400" spc="-10" dirty="0">
                <a:latin typeface="Times New Roman"/>
                <a:cs typeface="Times New Roman"/>
              </a:rPr>
              <a:t>transformation,</a:t>
            </a:r>
            <a:r>
              <a:rPr lang="en-US" sz="2400" spc="-20" dirty="0">
                <a:latin typeface="Times New Roman"/>
                <a:cs typeface="Times New Roman"/>
              </a:rPr>
              <a:t> </a:t>
            </a:r>
            <a:r>
              <a:rPr lang="en-US" sz="2400" spc="-25" dirty="0">
                <a:latin typeface="Times New Roman"/>
                <a:cs typeface="Times New Roman"/>
              </a:rPr>
              <a:t>and </a:t>
            </a:r>
            <a:r>
              <a:rPr lang="en-US" sz="2400" dirty="0">
                <a:latin typeface="Times New Roman"/>
                <a:cs typeface="Times New Roman"/>
              </a:rPr>
              <a:t>output</a:t>
            </a:r>
            <a:r>
              <a:rPr lang="en-US" sz="2400" spc="-40" dirty="0">
                <a:latin typeface="Times New Roman"/>
                <a:cs typeface="Times New Roman"/>
              </a:rPr>
              <a:t> </a:t>
            </a:r>
            <a:r>
              <a:rPr lang="en-US" sz="2400" dirty="0">
                <a:latin typeface="Times New Roman"/>
                <a:cs typeface="Times New Roman"/>
              </a:rPr>
              <a:t>of</a:t>
            </a:r>
            <a:r>
              <a:rPr lang="en-US" sz="2400" spc="-40" dirty="0">
                <a:latin typeface="Times New Roman"/>
                <a:cs typeface="Times New Roman"/>
              </a:rPr>
              <a:t> </a:t>
            </a:r>
            <a:r>
              <a:rPr lang="en-US" sz="2400" dirty="0">
                <a:latin typeface="Times New Roman"/>
                <a:cs typeface="Times New Roman"/>
              </a:rPr>
              <a:t>business</a:t>
            </a:r>
            <a:r>
              <a:rPr lang="en-US" sz="2400" spc="-35" dirty="0">
                <a:latin typeface="Times New Roman"/>
                <a:cs typeface="Times New Roman"/>
              </a:rPr>
              <a:t> </a:t>
            </a:r>
            <a:r>
              <a:rPr lang="en-US" sz="2400" spc="-10" dirty="0">
                <a:latin typeface="Times New Roman"/>
                <a:cs typeface="Times New Roman"/>
              </a:rPr>
              <a:t>processes.</a:t>
            </a:r>
            <a:endParaRPr sz="2400" dirty="0">
              <a:latin typeface="Times New Roman"/>
              <a:cs typeface="Times New Roman"/>
            </a:endParaRPr>
          </a:p>
          <a:p>
            <a:pPr marL="553720" marR="578485" indent="-171450">
              <a:spcBef>
                <a:spcPts val="340"/>
              </a:spcBef>
              <a:buChar char="•"/>
              <a:tabLst>
                <a:tab pos="554355" algn="l"/>
              </a:tabLst>
            </a:pPr>
            <a:r>
              <a:rPr sz="2400" dirty="0">
                <a:latin typeface="Times New Roman"/>
                <a:cs typeface="Times New Roman"/>
              </a:rPr>
              <a:t>Eliciting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scenario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descriptions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modelling </a:t>
            </a:r>
            <a:r>
              <a:rPr sz="2400" dirty="0">
                <a:latin typeface="Times New Roman"/>
                <a:cs typeface="Times New Roman"/>
              </a:rPr>
              <a:t>business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processes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are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critically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important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skills </a:t>
            </a:r>
            <a:r>
              <a:rPr sz="2400" dirty="0">
                <a:latin typeface="Times New Roman"/>
                <a:cs typeface="Times New Roman"/>
              </a:rPr>
              <a:t>for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systems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analyst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master.</a:t>
            </a:r>
            <a:endParaRPr sz="1050" dirty="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81000" y="4343400"/>
            <a:ext cx="11314430" cy="4325543"/>
          </a:xfrm>
          <a:prstGeom prst="rect">
            <a:avLst/>
          </a:prstGeom>
          <a:ln w="12953">
            <a:solidFill>
              <a:srgbClr val="000000"/>
            </a:solidFill>
          </a:ln>
        </p:spPr>
        <p:txBody>
          <a:bodyPr vert="horz" wrap="square" lIns="0" tIns="156210" rIns="0" bIns="0" rtlCol="0">
            <a:spAutoFit/>
          </a:bodyPr>
          <a:lstStyle/>
          <a:p>
            <a:pPr marL="635" algn="ctr">
              <a:spcBef>
                <a:spcPts val="1230"/>
              </a:spcBef>
            </a:pPr>
            <a:r>
              <a:rPr sz="3600" b="1" dirty="0">
                <a:latin typeface="Times New Roman"/>
                <a:cs typeface="Times New Roman"/>
              </a:rPr>
              <a:t>Process</a:t>
            </a:r>
            <a:r>
              <a:rPr sz="3600" spc="-60" dirty="0">
                <a:latin typeface="Times New Roman"/>
                <a:cs typeface="Times New Roman"/>
              </a:rPr>
              <a:t> </a:t>
            </a:r>
            <a:r>
              <a:rPr sz="3600" b="1" dirty="0">
                <a:latin typeface="Times New Roman"/>
                <a:cs typeface="Times New Roman"/>
              </a:rPr>
              <a:t>Modeling</a:t>
            </a:r>
            <a:r>
              <a:rPr sz="3600" spc="-60" dirty="0">
                <a:latin typeface="Times New Roman"/>
                <a:cs typeface="Times New Roman"/>
              </a:rPr>
              <a:t> </a:t>
            </a:r>
            <a:r>
              <a:rPr sz="3600" b="1" dirty="0">
                <a:latin typeface="Times New Roman"/>
                <a:cs typeface="Times New Roman"/>
              </a:rPr>
              <a:t>and</a:t>
            </a:r>
            <a:r>
              <a:rPr sz="3600" spc="-60" dirty="0">
                <a:latin typeface="Times New Roman"/>
                <a:cs typeface="Times New Roman"/>
              </a:rPr>
              <a:t> </a:t>
            </a:r>
            <a:r>
              <a:rPr sz="3600" b="1" spc="-20" dirty="0">
                <a:latin typeface="Times New Roman"/>
                <a:cs typeface="Times New Roman"/>
              </a:rPr>
              <a:t>DFDs</a:t>
            </a:r>
            <a:endParaRPr sz="3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3600" dirty="0">
              <a:latin typeface="Times New Roman"/>
              <a:cs typeface="Times New Roman"/>
            </a:endParaRPr>
          </a:p>
          <a:p>
            <a:pPr marL="553720" indent="-172085">
              <a:spcBef>
                <a:spcPts val="1715"/>
              </a:spcBef>
              <a:buChar char="•"/>
              <a:tabLst>
                <a:tab pos="554355" algn="l"/>
              </a:tabLst>
            </a:pPr>
            <a:r>
              <a:rPr sz="2800" dirty="0">
                <a:latin typeface="Times New Roman"/>
                <a:cs typeface="Times New Roman"/>
              </a:rPr>
              <a:t>Define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process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modeling</a:t>
            </a:r>
            <a:endParaRPr sz="2800" dirty="0">
              <a:latin typeface="Times New Roman"/>
              <a:cs typeface="Times New Roman"/>
            </a:endParaRPr>
          </a:p>
          <a:p>
            <a:pPr marL="553720" indent="-172085">
              <a:spcBef>
                <a:spcPts val="375"/>
              </a:spcBef>
              <a:buChar char="•"/>
              <a:tabLst>
                <a:tab pos="554355" algn="l"/>
              </a:tabLst>
            </a:pPr>
            <a:r>
              <a:rPr sz="2800" dirty="0">
                <a:latin typeface="Times New Roman"/>
                <a:cs typeface="Times New Roman"/>
              </a:rPr>
              <a:t>Discuss</a:t>
            </a:r>
            <a:r>
              <a:rPr sz="2800" spc="-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purpose</a:t>
            </a:r>
            <a:r>
              <a:rPr sz="2800" spc="-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of</a:t>
            </a:r>
            <a:r>
              <a:rPr sz="2800" spc="-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data</a:t>
            </a:r>
            <a:r>
              <a:rPr sz="2800" spc="-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flow</a:t>
            </a:r>
            <a:r>
              <a:rPr sz="2800" spc="-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diagrams</a:t>
            </a:r>
            <a:endParaRPr sz="2800" dirty="0">
              <a:latin typeface="Times New Roman"/>
              <a:cs typeface="Times New Roman"/>
            </a:endParaRPr>
          </a:p>
          <a:p>
            <a:pPr marL="553720" indent="-172085">
              <a:spcBef>
                <a:spcPts val="385"/>
              </a:spcBef>
              <a:buChar char="•"/>
              <a:tabLst>
                <a:tab pos="554355" algn="l"/>
              </a:tabLst>
            </a:pPr>
            <a:r>
              <a:rPr sz="2800" dirty="0">
                <a:latin typeface="Times New Roman"/>
                <a:cs typeface="Times New Roman"/>
              </a:rPr>
              <a:t>Discuss</a:t>
            </a:r>
            <a:r>
              <a:rPr sz="2800" spc="-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 components</a:t>
            </a:r>
            <a:r>
              <a:rPr sz="2800" spc="-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of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 </a:t>
            </a:r>
            <a:r>
              <a:rPr sz="2800" spc="-25" dirty="0">
                <a:latin typeface="Times New Roman"/>
                <a:cs typeface="Times New Roman"/>
              </a:rPr>
              <a:t>DFD</a:t>
            </a:r>
            <a:endParaRPr sz="2800" dirty="0">
              <a:latin typeface="Times New Roman"/>
              <a:cs typeface="Times New Roman"/>
            </a:endParaRPr>
          </a:p>
          <a:p>
            <a:pPr marL="553720" indent="-172085">
              <a:spcBef>
                <a:spcPts val="380"/>
              </a:spcBef>
              <a:buChar char="•"/>
              <a:tabLst>
                <a:tab pos="554355" algn="l"/>
              </a:tabLst>
            </a:pPr>
            <a:r>
              <a:rPr sz="2800" dirty="0">
                <a:latin typeface="Times New Roman"/>
                <a:cs typeface="Times New Roman"/>
              </a:rPr>
              <a:t>Discuss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rules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for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constructing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spc="-25" dirty="0">
                <a:latin typeface="Times New Roman"/>
                <a:cs typeface="Times New Roman"/>
              </a:rPr>
              <a:t>DFD</a:t>
            </a:r>
            <a:endParaRPr sz="2800" dirty="0">
              <a:latin typeface="Times New Roman"/>
              <a:cs typeface="Times New Roman"/>
            </a:endParaRPr>
          </a:p>
          <a:p>
            <a:pPr marL="553720" indent="-172085">
              <a:spcBef>
                <a:spcPts val="375"/>
              </a:spcBef>
              <a:buChar char="•"/>
              <a:tabLst>
                <a:tab pos="554355" algn="l"/>
              </a:tabLst>
            </a:pPr>
            <a:r>
              <a:rPr sz="2800" dirty="0">
                <a:latin typeface="Times New Roman"/>
                <a:cs typeface="Times New Roman"/>
              </a:rPr>
              <a:t>Discuss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functional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decomposition</a:t>
            </a:r>
            <a:endParaRPr sz="2800" dirty="0">
              <a:latin typeface="Times New Roman"/>
              <a:cs typeface="Times New Roman"/>
            </a:endParaRPr>
          </a:p>
          <a:p>
            <a:pPr marL="553720" indent="-172085">
              <a:spcBef>
                <a:spcPts val="385"/>
              </a:spcBef>
              <a:buChar char="•"/>
              <a:tabLst>
                <a:tab pos="554355" algn="l"/>
              </a:tabLst>
            </a:pPr>
            <a:r>
              <a:rPr sz="2800" dirty="0">
                <a:latin typeface="Times New Roman"/>
                <a:cs typeface="Times New Roman"/>
              </a:rPr>
              <a:t>Create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spc="-25" dirty="0">
                <a:latin typeface="Times New Roman"/>
                <a:cs typeface="Times New Roman"/>
              </a:rPr>
              <a:t>DFD</a:t>
            </a:r>
            <a:endParaRPr sz="28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7890768" y="8086398"/>
            <a:ext cx="115570" cy="110928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spcBef>
                <a:spcPts val="25"/>
              </a:spcBef>
            </a:pPr>
            <a:r>
              <a:rPr sz="700" spc="-25" dirty="0">
                <a:latin typeface="Times New Roman"/>
                <a:cs typeface="Times New Roman"/>
              </a:rPr>
              <a:t>22</a:t>
            </a:r>
            <a:endParaRPr sz="700">
              <a:latin typeface="Times New Roman"/>
              <a:cs typeface="Times New Roman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342645" y="152400"/>
            <a:ext cx="11506200" cy="4292201"/>
          </a:xfrm>
          <a:prstGeom prst="rect">
            <a:avLst/>
          </a:prstGeom>
          <a:ln w="12953">
            <a:solidFill>
              <a:srgbClr val="000000"/>
            </a:solidFill>
          </a:ln>
        </p:spPr>
        <p:txBody>
          <a:bodyPr vert="horz" wrap="square" lIns="0" tIns="156210" rIns="0" bIns="0" rtlCol="0">
            <a:spAutoFit/>
          </a:bodyPr>
          <a:lstStyle/>
          <a:p>
            <a:pPr algn="ctr">
              <a:spcBef>
                <a:spcPts val="1230"/>
              </a:spcBef>
            </a:pPr>
            <a:r>
              <a:rPr sz="4000" b="1" dirty="0">
                <a:latin typeface="Times New Roman"/>
                <a:cs typeface="Times New Roman"/>
              </a:rPr>
              <a:t>Key</a:t>
            </a:r>
            <a:r>
              <a:rPr sz="4000" spc="-35" dirty="0">
                <a:latin typeface="Times New Roman"/>
                <a:cs typeface="Times New Roman"/>
              </a:rPr>
              <a:t> </a:t>
            </a:r>
            <a:r>
              <a:rPr sz="4000" b="1" spc="-10" dirty="0">
                <a:latin typeface="Times New Roman"/>
                <a:cs typeface="Times New Roman"/>
              </a:rPr>
              <a:t>Ideas</a:t>
            </a:r>
            <a:endParaRPr sz="4000" dirty="0">
              <a:latin typeface="Times New Roman"/>
              <a:cs typeface="Times New Roman"/>
            </a:endParaRPr>
          </a:p>
          <a:p>
            <a:pPr marL="553720" marR="747395" indent="-172085">
              <a:spcBef>
                <a:spcPts val="1725"/>
              </a:spcBef>
              <a:buChar char="•"/>
              <a:tabLst>
                <a:tab pos="554355" algn="l"/>
              </a:tabLst>
            </a:pPr>
            <a:r>
              <a:rPr sz="2800" dirty="0">
                <a:latin typeface="Times New Roman"/>
                <a:cs typeface="Times New Roman"/>
              </a:rPr>
              <a:t>Process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modeling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can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be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used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with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manual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spc="-25" dirty="0">
                <a:latin typeface="Times New Roman"/>
                <a:cs typeface="Times New Roman"/>
              </a:rPr>
              <a:t>or </a:t>
            </a:r>
            <a:r>
              <a:rPr sz="2800" dirty="0">
                <a:latin typeface="Times New Roman"/>
                <a:cs typeface="Times New Roman"/>
              </a:rPr>
              <a:t>computerized</a:t>
            </a:r>
            <a:r>
              <a:rPr sz="2800" spc="-8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systems</a:t>
            </a:r>
            <a:endParaRPr sz="2800" dirty="0">
              <a:latin typeface="Times New Roman"/>
              <a:cs typeface="Times New Roman"/>
            </a:endParaRPr>
          </a:p>
          <a:p>
            <a:pPr marL="553720" marR="621030" indent="-172085">
              <a:spcBef>
                <a:spcPts val="345"/>
              </a:spcBef>
              <a:buChar char="•"/>
              <a:tabLst>
                <a:tab pos="554355" algn="l"/>
              </a:tabLst>
            </a:pPr>
            <a:r>
              <a:rPr sz="2800" dirty="0">
                <a:latin typeface="Times New Roman"/>
                <a:cs typeface="Times New Roman"/>
              </a:rPr>
              <a:t>Always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design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processes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from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viewpoint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spc="-35" dirty="0">
                <a:latin typeface="Times New Roman"/>
                <a:cs typeface="Times New Roman"/>
              </a:rPr>
              <a:t>of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organization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running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system</a:t>
            </a:r>
            <a:endParaRPr sz="2800" dirty="0">
              <a:latin typeface="Times New Roman"/>
              <a:cs typeface="Times New Roman"/>
            </a:endParaRPr>
          </a:p>
          <a:p>
            <a:pPr marL="553720" marR="456565" indent="-172085">
              <a:spcBef>
                <a:spcPts val="340"/>
              </a:spcBef>
              <a:buChar char="•"/>
              <a:tabLst>
                <a:tab pos="554355" algn="l"/>
              </a:tabLst>
            </a:pPr>
            <a:r>
              <a:rPr sz="2800" dirty="0">
                <a:latin typeface="Times New Roman"/>
                <a:cs typeface="Times New Roman"/>
              </a:rPr>
              <a:t>Data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flow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diagrams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are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graphical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representation </a:t>
            </a:r>
            <a:r>
              <a:rPr sz="2800" dirty="0">
                <a:latin typeface="Times New Roman"/>
                <a:cs typeface="Times New Roman"/>
              </a:rPr>
              <a:t>of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business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processes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in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an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information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system</a:t>
            </a:r>
            <a:endParaRPr sz="2800" dirty="0">
              <a:latin typeface="Times New Roman"/>
              <a:cs typeface="Times New Roman"/>
            </a:endParaRPr>
          </a:p>
          <a:p>
            <a:pPr marL="553720" marR="563245" indent="-172085">
              <a:spcBef>
                <a:spcPts val="335"/>
              </a:spcBef>
              <a:buChar char="•"/>
              <a:tabLst>
                <a:tab pos="554355" algn="l"/>
              </a:tabLst>
            </a:pPr>
            <a:r>
              <a:rPr sz="2800" dirty="0">
                <a:latin typeface="Times New Roman"/>
                <a:cs typeface="Times New Roman"/>
              </a:rPr>
              <a:t>Focus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of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data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flow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diagrams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is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on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processes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spc="-25" dirty="0">
                <a:latin typeface="Times New Roman"/>
                <a:cs typeface="Times New Roman"/>
              </a:rPr>
              <a:t>and </a:t>
            </a:r>
            <a:r>
              <a:rPr sz="2800" dirty="0">
                <a:latin typeface="Times New Roman"/>
                <a:cs typeface="Times New Roman"/>
              </a:rPr>
              <a:t>activities,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not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data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(despite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spc="-20" dirty="0">
                <a:latin typeface="Times New Roman"/>
                <a:cs typeface="Times New Roman"/>
              </a:rPr>
              <a:t>name)</a:t>
            </a:r>
            <a:endParaRPr sz="4000" dirty="0">
              <a:latin typeface="Times New Roman"/>
              <a:cs typeface="Times New Roman"/>
            </a:endParaRPr>
          </a:p>
          <a:p>
            <a:pPr marR="374015" algn="r"/>
            <a:r>
              <a:rPr sz="1100" spc="-25" dirty="0">
                <a:latin typeface="Times New Roman"/>
                <a:cs typeface="Times New Roman"/>
              </a:rPr>
              <a:t>21</a:t>
            </a:r>
            <a:endParaRPr sz="1100" dirty="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18696" y="4699400"/>
            <a:ext cx="11505186" cy="3461204"/>
          </a:xfrm>
          <a:prstGeom prst="rect">
            <a:avLst/>
          </a:prstGeom>
          <a:ln w="12953">
            <a:solidFill>
              <a:srgbClr val="000000"/>
            </a:solidFill>
          </a:ln>
        </p:spPr>
        <p:txBody>
          <a:bodyPr vert="horz" wrap="square" lIns="0" tIns="156210" rIns="0" bIns="0" rtlCol="0">
            <a:spAutoFit/>
          </a:bodyPr>
          <a:lstStyle/>
          <a:p>
            <a:pPr algn="ctr">
              <a:spcBef>
                <a:spcPts val="1230"/>
              </a:spcBef>
            </a:pPr>
            <a:r>
              <a:rPr sz="4000" b="1" dirty="0">
                <a:latin typeface="Times New Roman"/>
                <a:cs typeface="Times New Roman"/>
              </a:rPr>
              <a:t>Process</a:t>
            </a:r>
            <a:r>
              <a:rPr sz="4000" spc="-65" dirty="0">
                <a:latin typeface="Times New Roman"/>
                <a:cs typeface="Times New Roman"/>
              </a:rPr>
              <a:t> </a:t>
            </a:r>
            <a:r>
              <a:rPr sz="4000" b="1" spc="-10" dirty="0">
                <a:latin typeface="Times New Roman"/>
                <a:cs typeface="Times New Roman"/>
              </a:rPr>
              <a:t>Modeling</a:t>
            </a:r>
            <a:endParaRPr lang="en-IN" sz="4800" dirty="0">
              <a:latin typeface="Times New Roman"/>
              <a:cs typeface="Times New Roman"/>
            </a:endParaRPr>
          </a:p>
          <a:p>
            <a:pPr marL="553720" marR="475615" indent="-171450">
              <a:spcBef>
                <a:spcPts val="5"/>
              </a:spcBef>
              <a:buChar char="•"/>
              <a:tabLst>
                <a:tab pos="554355" algn="l"/>
              </a:tabLst>
            </a:pPr>
            <a:r>
              <a:rPr lang="en-US" sz="2800" dirty="0">
                <a:latin typeface="Times New Roman"/>
                <a:cs typeface="Times New Roman"/>
              </a:rPr>
              <a:t>Describes</a:t>
            </a:r>
            <a:r>
              <a:rPr lang="en-US" sz="2800" spc="-50" dirty="0">
                <a:latin typeface="Times New Roman"/>
                <a:cs typeface="Times New Roman"/>
              </a:rPr>
              <a:t> </a:t>
            </a:r>
            <a:r>
              <a:rPr lang="en-US" sz="2800" dirty="0">
                <a:latin typeface="Times New Roman"/>
                <a:cs typeface="Times New Roman"/>
              </a:rPr>
              <a:t>business</a:t>
            </a:r>
            <a:r>
              <a:rPr lang="en-US" sz="2800" spc="-45" dirty="0">
                <a:latin typeface="Times New Roman"/>
                <a:cs typeface="Times New Roman"/>
              </a:rPr>
              <a:t> </a:t>
            </a:r>
            <a:r>
              <a:rPr lang="en-US" sz="2800" dirty="0">
                <a:latin typeface="Times New Roman"/>
                <a:cs typeface="Times New Roman"/>
              </a:rPr>
              <a:t>processes</a:t>
            </a:r>
            <a:r>
              <a:rPr lang="en-US" sz="2800" spc="-50" dirty="0">
                <a:latin typeface="Times New Roman"/>
                <a:cs typeface="Times New Roman"/>
              </a:rPr>
              <a:t> </a:t>
            </a:r>
            <a:r>
              <a:rPr lang="en-US" sz="2800" dirty="0">
                <a:latin typeface="Times New Roman"/>
                <a:cs typeface="Times New Roman"/>
              </a:rPr>
              <a:t>or</a:t>
            </a:r>
            <a:r>
              <a:rPr lang="en-US" sz="2800" spc="-45" dirty="0">
                <a:latin typeface="Times New Roman"/>
                <a:cs typeface="Times New Roman"/>
              </a:rPr>
              <a:t> </a:t>
            </a:r>
            <a:r>
              <a:rPr lang="en-US" sz="2800" dirty="0">
                <a:latin typeface="Times New Roman"/>
                <a:cs typeface="Times New Roman"/>
              </a:rPr>
              <a:t>the</a:t>
            </a:r>
            <a:r>
              <a:rPr lang="en-US" sz="2800" spc="-45" dirty="0">
                <a:latin typeface="Times New Roman"/>
                <a:cs typeface="Times New Roman"/>
              </a:rPr>
              <a:t> </a:t>
            </a:r>
            <a:r>
              <a:rPr lang="en-US" sz="2800" dirty="0">
                <a:latin typeface="Times New Roman"/>
                <a:cs typeface="Times New Roman"/>
              </a:rPr>
              <a:t>activities</a:t>
            </a:r>
            <a:r>
              <a:rPr lang="en-US" sz="2800" spc="-50" dirty="0">
                <a:latin typeface="Times New Roman"/>
                <a:cs typeface="Times New Roman"/>
              </a:rPr>
              <a:t> </a:t>
            </a:r>
            <a:r>
              <a:rPr lang="en-US" sz="2800" spc="-20" dirty="0">
                <a:latin typeface="Times New Roman"/>
                <a:cs typeface="Times New Roman"/>
              </a:rPr>
              <a:t>that </a:t>
            </a:r>
            <a:r>
              <a:rPr lang="en-US" sz="2800" dirty="0">
                <a:latin typeface="Times New Roman"/>
                <a:cs typeface="Times New Roman"/>
              </a:rPr>
              <a:t>people</a:t>
            </a:r>
            <a:r>
              <a:rPr lang="en-US" sz="2800" spc="-70" dirty="0">
                <a:latin typeface="Times New Roman"/>
                <a:cs typeface="Times New Roman"/>
              </a:rPr>
              <a:t> </a:t>
            </a:r>
            <a:r>
              <a:rPr lang="en-US" sz="2800" spc="-25" dirty="0">
                <a:latin typeface="Times New Roman"/>
                <a:cs typeface="Times New Roman"/>
              </a:rPr>
              <a:t>do</a:t>
            </a:r>
          </a:p>
          <a:p>
            <a:pPr marL="553720" marR="475615" indent="-171450">
              <a:spcBef>
                <a:spcPts val="5"/>
              </a:spcBef>
              <a:buChar char="•"/>
              <a:tabLst>
                <a:tab pos="554355" algn="l"/>
              </a:tabLst>
            </a:pPr>
            <a:endParaRPr lang="en-US" sz="2800" dirty="0">
              <a:latin typeface="Times New Roman"/>
              <a:cs typeface="Times New Roman"/>
            </a:endParaRPr>
          </a:p>
          <a:p>
            <a:pPr marL="553720" marR="864869" indent="-171450">
              <a:spcBef>
                <a:spcPts val="345"/>
              </a:spcBef>
              <a:buChar char="•"/>
              <a:tabLst>
                <a:tab pos="554355" algn="l"/>
              </a:tabLst>
            </a:pPr>
            <a:r>
              <a:rPr sz="2800" dirty="0">
                <a:latin typeface="Times New Roman"/>
                <a:cs typeface="Times New Roman"/>
              </a:rPr>
              <a:t>Used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to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document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and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organize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information </a:t>
            </a:r>
            <a:r>
              <a:rPr sz="2800" dirty="0">
                <a:latin typeface="Times New Roman"/>
                <a:cs typeface="Times New Roman"/>
              </a:rPr>
              <a:t>gathered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during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systems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analysis</a:t>
            </a:r>
            <a:endParaRPr sz="2800" dirty="0">
              <a:latin typeface="Times New Roman"/>
              <a:cs typeface="Times New Roman"/>
            </a:endParaRPr>
          </a:p>
          <a:p>
            <a:pPr marL="553720" indent="-172085">
              <a:spcBef>
                <a:spcPts val="145"/>
              </a:spcBef>
              <a:buChar char="•"/>
              <a:tabLst>
                <a:tab pos="554355" algn="l"/>
              </a:tabLst>
            </a:pPr>
            <a:r>
              <a:rPr sz="2800" dirty="0">
                <a:latin typeface="Times New Roman"/>
                <a:cs typeface="Times New Roman"/>
              </a:rPr>
              <a:t>Focus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on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processes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or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activities</a:t>
            </a:r>
            <a:endParaRPr sz="2800" dirty="0">
              <a:latin typeface="Times New Roman"/>
              <a:cs typeface="Times New Roman"/>
            </a:endParaRPr>
          </a:p>
          <a:p>
            <a:pPr marL="553720" marR="422909" indent="-171450">
              <a:spcBef>
                <a:spcPts val="355"/>
              </a:spcBef>
              <a:buChar char="•"/>
              <a:tabLst>
                <a:tab pos="554355" algn="l"/>
              </a:tabLst>
            </a:pPr>
            <a:r>
              <a:rPr sz="2800" dirty="0">
                <a:latin typeface="Times New Roman"/>
                <a:cs typeface="Times New Roman"/>
              </a:rPr>
              <a:t>Start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with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text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description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of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processes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then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create </a:t>
            </a:r>
            <a:r>
              <a:rPr sz="2800" spc="-20" dirty="0">
                <a:latin typeface="Times New Roman"/>
                <a:cs typeface="Times New Roman"/>
              </a:rPr>
              <a:t>DFDs</a:t>
            </a:r>
            <a:endParaRPr sz="28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7890768" y="8086398"/>
            <a:ext cx="115570" cy="110928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spcBef>
                <a:spcPts val="25"/>
              </a:spcBef>
            </a:pPr>
            <a:r>
              <a:rPr sz="700" spc="-25" dirty="0">
                <a:latin typeface="Times New Roman"/>
                <a:cs typeface="Times New Roman"/>
              </a:rPr>
              <a:t>24</a:t>
            </a:r>
            <a:endParaRPr sz="700">
              <a:latin typeface="Times New Roman"/>
              <a:cs typeface="Times New Roman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114045" y="76200"/>
            <a:ext cx="11963400" cy="3917739"/>
          </a:xfrm>
          <a:prstGeom prst="rect">
            <a:avLst/>
          </a:prstGeom>
          <a:ln w="12953">
            <a:solidFill>
              <a:srgbClr val="000000"/>
            </a:solidFill>
          </a:ln>
        </p:spPr>
        <p:txBody>
          <a:bodyPr vert="horz" wrap="square" lIns="0" tIns="194310" rIns="0" bIns="0" rtlCol="0">
            <a:spAutoFit/>
          </a:bodyPr>
          <a:lstStyle/>
          <a:p>
            <a:pPr marL="1156970" algn="ctr">
              <a:spcBef>
                <a:spcPts val="1530"/>
              </a:spcBef>
            </a:pPr>
            <a:r>
              <a:rPr sz="4000" b="1" dirty="0">
                <a:latin typeface="Times New Roman"/>
                <a:cs typeface="Times New Roman"/>
              </a:rPr>
              <a:t>Data</a:t>
            </a:r>
            <a:r>
              <a:rPr sz="4000" spc="-50" dirty="0">
                <a:latin typeface="Times New Roman"/>
                <a:cs typeface="Times New Roman"/>
              </a:rPr>
              <a:t> </a:t>
            </a:r>
            <a:r>
              <a:rPr sz="4000" b="1" dirty="0">
                <a:latin typeface="Times New Roman"/>
                <a:cs typeface="Times New Roman"/>
              </a:rPr>
              <a:t>Flow</a:t>
            </a:r>
            <a:r>
              <a:rPr sz="4000" spc="-45" dirty="0">
                <a:latin typeface="Times New Roman"/>
                <a:cs typeface="Times New Roman"/>
              </a:rPr>
              <a:t> </a:t>
            </a:r>
            <a:r>
              <a:rPr sz="4000" b="1" spc="-10" dirty="0">
                <a:latin typeface="Times New Roman"/>
                <a:cs typeface="Times New Roman"/>
              </a:rPr>
              <a:t>Diagrams</a:t>
            </a:r>
            <a:endParaRPr sz="4000" dirty="0">
              <a:latin typeface="Times New Roman"/>
              <a:cs typeface="Times New Roman"/>
            </a:endParaRPr>
          </a:p>
          <a:p>
            <a:pPr marL="553720" marR="688340" indent="-171450" algn="l">
              <a:spcBef>
                <a:spcPts val="1415"/>
              </a:spcBef>
              <a:buChar char="•"/>
              <a:tabLst>
                <a:tab pos="554355" algn="l"/>
              </a:tabLst>
            </a:pPr>
            <a:r>
              <a:rPr sz="3200" dirty="0">
                <a:latin typeface="Times New Roman"/>
                <a:cs typeface="Times New Roman"/>
              </a:rPr>
              <a:t>Show</a:t>
            </a:r>
            <a:r>
              <a:rPr sz="3200" spc="-1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the</a:t>
            </a:r>
            <a:r>
              <a:rPr sz="3200" spc="-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flow</a:t>
            </a:r>
            <a:r>
              <a:rPr sz="3200" spc="-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of</a:t>
            </a:r>
            <a:r>
              <a:rPr sz="3200" spc="-1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data</a:t>
            </a:r>
            <a:r>
              <a:rPr sz="3200" spc="-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and</a:t>
            </a:r>
            <a:r>
              <a:rPr sz="3200" spc="-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logic</a:t>
            </a:r>
            <a:r>
              <a:rPr sz="3200" spc="-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within</a:t>
            </a:r>
            <a:r>
              <a:rPr sz="3200" spc="-5" dirty="0">
                <a:latin typeface="Times New Roman"/>
                <a:cs typeface="Times New Roman"/>
              </a:rPr>
              <a:t> </a:t>
            </a:r>
            <a:r>
              <a:rPr sz="3200" spc="-50" dirty="0">
                <a:latin typeface="Times New Roman"/>
                <a:cs typeface="Times New Roman"/>
              </a:rPr>
              <a:t>a </a:t>
            </a:r>
            <a:r>
              <a:rPr sz="3200" spc="-10" dirty="0">
                <a:latin typeface="Times New Roman"/>
                <a:cs typeface="Times New Roman"/>
              </a:rPr>
              <a:t>system</a:t>
            </a:r>
            <a:endParaRPr sz="3200" dirty="0">
              <a:latin typeface="Times New Roman"/>
              <a:cs typeface="Times New Roman"/>
            </a:endParaRPr>
          </a:p>
          <a:p>
            <a:pPr marL="553720" indent="-172085" algn="l">
              <a:spcBef>
                <a:spcPts val="375"/>
              </a:spcBef>
              <a:buChar char="•"/>
              <a:tabLst>
                <a:tab pos="554355" algn="l"/>
              </a:tabLst>
            </a:pPr>
            <a:r>
              <a:rPr sz="3200" spc="-10" dirty="0">
                <a:latin typeface="Times New Roman"/>
                <a:cs typeface="Times New Roman"/>
              </a:rPr>
              <a:t>Model:</a:t>
            </a:r>
            <a:endParaRPr sz="3200" dirty="0">
              <a:latin typeface="Times New Roman"/>
              <a:cs typeface="Times New Roman"/>
            </a:endParaRPr>
          </a:p>
          <a:p>
            <a:pPr marL="754380" lvl="1" indent="-143510" algn="l">
              <a:spcBef>
                <a:spcPts val="355"/>
              </a:spcBef>
              <a:buChar char="–"/>
              <a:tabLst>
                <a:tab pos="754380" algn="l"/>
              </a:tabLst>
            </a:pPr>
            <a:r>
              <a:rPr sz="2800" dirty="0">
                <a:latin typeface="Times New Roman"/>
                <a:cs typeface="Times New Roman"/>
              </a:rPr>
              <a:t>sources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and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destinations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of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spc="-20" dirty="0">
                <a:latin typeface="Times New Roman"/>
                <a:cs typeface="Times New Roman"/>
              </a:rPr>
              <a:t>data</a:t>
            </a:r>
            <a:endParaRPr sz="2800" dirty="0">
              <a:latin typeface="Times New Roman"/>
              <a:cs typeface="Times New Roman"/>
            </a:endParaRPr>
          </a:p>
          <a:p>
            <a:pPr marL="754380" lvl="1" indent="-143510" algn="l">
              <a:spcBef>
                <a:spcPts val="340"/>
              </a:spcBef>
              <a:buChar char="–"/>
              <a:tabLst>
                <a:tab pos="754380" algn="l"/>
              </a:tabLst>
            </a:pPr>
            <a:r>
              <a:rPr sz="2800" dirty="0">
                <a:latin typeface="Times New Roman"/>
                <a:cs typeface="Times New Roman"/>
              </a:rPr>
              <a:t>data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inputs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and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outputs</a:t>
            </a:r>
            <a:endParaRPr sz="2800" dirty="0">
              <a:latin typeface="Times New Roman"/>
              <a:cs typeface="Times New Roman"/>
            </a:endParaRPr>
          </a:p>
          <a:p>
            <a:pPr marL="754380" lvl="1" indent="-143510" algn="l">
              <a:spcBef>
                <a:spcPts val="340"/>
              </a:spcBef>
              <a:buChar char="–"/>
              <a:tabLst>
                <a:tab pos="754380" algn="l"/>
              </a:tabLst>
            </a:pPr>
            <a:r>
              <a:rPr sz="2800" dirty="0">
                <a:latin typeface="Times New Roman"/>
                <a:cs typeface="Times New Roman"/>
              </a:rPr>
              <a:t>actions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that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transform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inputs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into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outputs</a:t>
            </a:r>
            <a:endParaRPr sz="2800" dirty="0">
              <a:latin typeface="Times New Roman"/>
              <a:cs typeface="Times New Roman"/>
            </a:endParaRPr>
          </a:p>
          <a:p>
            <a:pPr marL="754380" lvl="1" indent="-143510" algn="l">
              <a:spcBef>
                <a:spcPts val="335"/>
              </a:spcBef>
              <a:buChar char="–"/>
              <a:tabLst>
                <a:tab pos="754380" algn="l"/>
              </a:tabLst>
            </a:pPr>
            <a:r>
              <a:rPr sz="2800" dirty="0">
                <a:latin typeface="Times New Roman"/>
                <a:cs typeface="Times New Roman"/>
              </a:rPr>
              <a:t>data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maintained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by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an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information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system</a:t>
            </a:r>
            <a:endParaRPr sz="700" dirty="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44524" y="4191000"/>
            <a:ext cx="11963399" cy="4002378"/>
          </a:xfrm>
          <a:prstGeom prst="rect">
            <a:avLst/>
          </a:prstGeom>
          <a:ln w="12953">
            <a:solidFill>
              <a:srgbClr val="000000"/>
            </a:solidFill>
          </a:ln>
        </p:spPr>
        <p:txBody>
          <a:bodyPr vert="horz" wrap="square" lIns="0" tIns="156210" rIns="0" bIns="0" rtlCol="0">
            <a:spAutoFit/>
          </a:bodyPr>
          <a:lstStyle/>
          <a:p>
            <a:pPr algn="ctr">
              <a:spcBef>
                <a:spcPts val="1230"/>
              </a:spcBef>
            </a:pPr>
            <a:r>
              <a:rPr sz="3600" b="1" spc="-20" dirty="0">
                <a:latin typeface="Times New Roman"/>
                <a:cs typeface="Times New Roman"/>
              </a:rPr>
              <a:t>DFDs</a:t>
            </a:r>
            <a:endParaRPr sz="3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3600" dirty="0">
              <a:latin typeface="Times New Roman"/>
              <a:cs typeface="Times New Roman"/>
            </a:endParaRPr>
          </a:p>
          <a:p>
            <a:pPr marL="553720" marR="1049655" indent="-171450">
              <a:spcBef>
                <a:spcPts val="1715"/>
              </a:spcBef>
              <a:buChar char="•"/>
              <a:tabLst>
                <a:tab pos="554355" algn="l"/>
              </a:tabLst>
            </a:pPr>
            <a:r>
              <a:rPr sz="2800" dirty="0">
                <a:latin typeface="Times New Roman"/>
                <a:cs typeface="Times New Roman"/>
              </a:rPr>
              <a:t>Primary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modeling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technique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used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spc="-25" dirty="0">
                <a:latin typeface="Times New Roman"/>
                <a:cs typeface="Times New Roman"/>
              </a:rPr>
              <a:t>in </a:t>
            </a:r>
            <a:r>
              <a:rPr sz="2800" dirty="0">
                <a:latin typeface="Times New Roman"/>
                <a:cs typeface="Times New Roman"/>
              </a:rPr>
              <a:t>traditional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systems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development</a:t>
            </a:r>
            <a:endParaRPr sz="2800" dirty="0">
              <a:latin typeface="Times New Roman"/>
              <a:cs typeface="Times New Roman"/>
            </a:endParaRPr>
          </a:p>
          <a:p>
            <a:pPr marL="553720" indent="-172085">
              <a:spcBef>
                <a:spcPts val="375"/>
              </a:spcBef>
              <a:buChar char="•"/>
              <a:tabLst>
                <a:tab pos="554355" algn="l"/>
              </a:tabLst>
            </a:pPr>
            <a:r>
              <a:rPr sz="2800" dirty="0">
                <a:latin typeface="Times New Roman"/>
                <a:cs typeface="Times New Roman"/>
              </a:rPr>
              <a:t>Start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by</a:t>
            </a:r>
            <a:r>
              <a:rPr sz="2800" spc="-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creating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</a:t>
            </a:r>
            <a:r>
              <a:rPr sz="2800" spc="-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context</a:t>
            </a:r>
            <a:r>
              <a:rPr sz="2800" spc="-5" dirty="0">
                <a:latin typeface="Times New Roman"/>
                <a:cs typeface="Times New Roman"/>
              </a:rPr>
              <a:t> </a:t>
            </a:r>
            <a:r>
              <a:rPr sz="2800" spc="-25" dirty="0">
                <a:latin typeface="Times New Roman"/>
                <a:cs typeface="Times New Roman"/>
              </a:rPr>
              <a:t>DFD</a:t>
            </a:r>
            <a:endParaRPr sz="2800" dirty="0">
              <a:latin typeface="Times New Roman"/>
              <a:cs typeface="Times New Roman"/>
            </a:endParaRPr>
          </a:p>
          <a:p>
            <a:pPr marL="754380" lvl="1" indent="-143510">
              <a:spcBef>
                <a:spcPts val="355"/>
              </a:spcBef>
              <a:buChar char="–"/>
              <a:tabLst>
                <a:tab pos="754380" algn="l"/>
              </a:tabLst>
            </a:pPr>
            <a:r>
              <a:rPr sz="2400" dirty="0">
                <a:latin typeface="Times New Roman"/>
                <a:cs typeface="Times New Roman"/>
              </a:rPr>
              <a:t>shows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boundaries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or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scope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system</a:t>
            </a:r>
            <a:endParaRPr sz="2400" dirty="0">
              <a:latin typeface="Times New Roman"/>
              <a:cs typeface="Times New Roman"/>
            </a:endParaRPr>
          </a:p>
          <a:p>
            <a:pPr marL="754380" lvl="1" indent="-143510">
              <a:spcBef>
                <a:spcPts val="340"/>
              </a:spcBef>
              <a:buChar char="–"/>
              <a:tabLst>
                <a:tab pos="754380" algn="l"/>
              </a:tabLst>
            </a:pPr>
            <a:r>
              <a:rPr sz="2400" dirty="0">
                <a:latin typeface="Times New Roman"/>
                <a:cs typeface="Times New Roman"/>
              </a:rPr>
              <a:t>this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is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highest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level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DFD</a:t>
            </a:r>
            <a:endParaRPr sz="2400" dirty="0">
              <a:latin typeface="Times New Roman"/>
              <a:cs typeface="Times New Roman"/>
            </a:endParaRPr>
          </a:p>
          <a:p>
            <a:pPr marL="754380" marR="384810" lvl="1" indent="-143510">
              <a:spcBef>
                <a:spcPts val="340"/>
              </a:spcBef>
              <a:buChar char="–"/>
              <a:tabLst>
                <a:tab pos="754380" algn="l"/>
              </a:tabLst>
            </a:pPr>
            <a:r>
              <a:rPr sz="2400" dirty="0">
                <a:latin typeface="Times New Roman"/>
                <a:cs typeface="Times New Roman"/>
              </a:rPr>
              <a:t>have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single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process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representing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entire </a:t>
            </a:r>
            <a:r>
              <a:rPr sz="2400" dirty="0">
                <a:latin typeface="Times New Roman"/>
                <a:cs typeface="Times New Roman"/>
              </a:rPr>
              <a:t>information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system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list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external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entities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and </a:t>
            </a:r>
            <a:r>
              <a:rPr sz="2400" dirty="0">
                <a:latin typeface="Times New Roman"/>
                <a:cs typeface="Times New Roman"/>
              </a:rPr>
              <a:t>data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flows</a:t>
            </a:r>
            <a:endParaRPr sz="24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7890768" y="8086398"/>
            <a:ext cx="115570" cy="110928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spcBef>
                <a:spcPts val="25"/>
              </a:spcBef>
            </a:pPr>
            <a:r>
              <a:rPr sz="700" spc="-25" dirty="0">
                <a:latin typeface="Times New Roman"/>
                <a:cs typeface="Times New Roman"/>
              </a:rPr>
              <a:t>26</a:t>
            </a:r>
            <a:endParaRPr sz="700">
              <a:latin typeface="Times New Roman"/>
              <a:cs typeface="Times New Roman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381000" y="774192"/>
            <a:ext cx="11429999" cy="7503336"/>
          </a:xfrm>
          <a:prstGeom prst="rect">
            <a:avLst/>
          </a:prstGeom>
          <a:ln w="12953">
            <a:solidFill>
              <a:srgbClr val="000000"/>
            </a:solidFill>
          </a:ln>
        </p:spPr>
        <p:txBody>
          <a:bodyPr vert="horz" wrap="square" lIns="0" tIns="156210" rIns="0" bIns="0" rtlCol="0">
            <a:spAutoFit/>
          </a:bodyPr>
          <a:lstStyle/>
          <a:p>
            <a:pPr algn="ctr">
              <a:spcBef>
                <a:spcPts val="1230"/>
              </a:spcBef>
            </a:pPr>
            <a:r>
              <a:rPr sz="4400" b="1" dirty="0">
                <a:latin typeface="Times New Roman"/>
                <a:cs typeface="Times New Roman"/>
              </a:rPr>
              <a:t>Types</a:t>
            </a:r>
            <a:r>
              <a:rPr sz="4400" spc="-40" dirty="0">
                <a:latin typeface="Times New Roman"/>
                <a:cs typeface="Times New Roman"/>
              </a:rPr>
              <a:t> </a:t>
            </a:r>
            <a:r>
              <a:rPr sz="4400" b="1" dirty="0">
                <a:latin typeface="Times New Roman"/>
                <a:cs typeface="Times New Roman"/>
              </a:rPr>
              <a:t>of</a:t>
            </a:r>
            <a:r>
              <a:rPr sz="4400" spc="-40" dirty="0">
                <a:latin typeface="Times New Roman"/>
                <a:cs typeface="Times New Roman"/>
              </a:rPr>
              <a:t> </a:t>
            </a:r>
            <a:r>
              <a:rPr sz="4400" b="1" spc="-20" dirty="0">
                <a:latin typeface="Times New Roman"/>
                <a:cs typeface="Times New Roman"/>
              </a:rPr>
              <a:t>DFDs</a:t>
            </a:r>
            <a:endParaRPr sz="4400" dirty="0">
              <a:latin typeface="Times New Roman"/>
              <a:cs typeface="Times New Roman"/>
            </a:endParaRPr>
          </a:p>
          <a:p>
            <a:pPr marL="553720" indent="-172085">
              <a:spcBef>
                <a:spcPts val="1715"/>
              </a:spcBef>
              <a:buChar char="•"/>
              <a:tabLst>
                <a:tab pos="554355" algn="l"/>
              </a:tabLst>
            </a:pPr>
            <a:r>
              <a:rPr sz="3600" dirty="0">
                <a:latin typeface="Times New Roman"/>
                <a:cs typeface="Times New Roman"/>
              </a:rPr>
              <a:t>Logical</a:t>
            </a:r>
            <a:r>
              <a:rPr sz="3600" spc="-25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DFD</a:t>
            </a:r>
            <a:r>
              <a:rPr sz="3600" spc="-10" dirty="0">
                <a:latin typeface="Times New Roman"/>
                <a:cs typeface="Times New Roman"/>
              </a:rPr>
              <a:t> </a:t>
            </a:r>
            <a:r>
              <a:rPr sz="3600" spc="-50" dirty="0">
                <a:latin typeface="Times New Roman"/>
                <a:cs typeface="Times New Roman"/>
              </a:rPr>
              <a:t>–</a:t>
            </a:r>
            <a:endParaRPr sz="3600" dirty="0">
              <a:latin typeface="Times New Roman"/>
              <a:cs typeface="Times New Roman"/>
            </a:endParaRPr>
          </a:p>
          <a:p>
            <a:pPr marL="754380" lvl="1" indent="-143510">
              <a:spcBef>
                <a:spcPts val="350"/>
              </a:spcBef>
              <a:buChar char="–"/>
              <a:tabLst>
                <a:tab pos="754380" algn="l"/>
              </a:tabLst>
            </a:pPr>
            <a:r>
              <a:rPr sz="3200" dirty="0">
                <a:latin typeface="Times New Roman"/>
                <a:cs typeface="Times New Roman"/>
              </a:rPr>
              <a:t>models</a:t>
            </a:r>
            <a:r>
              <a:rPr sz="3200" spc="-5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what</a:t>
            </a:r>
            <a:r>
              <a:rPr sz="3200" spc="-5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the</a:t>
            </a:r>
            <a:r>
              <a:rPr sz="3200" spc="-5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system</a:t>
            </a:r>
            <a:r>
              <a:rPr sz="3200" spc="-50" dirty="0">
                <a:latin typeface="Times New Roman"/>
                <a:cs typeface="Times New Roman"/>
              </a:rPr>
              <a:t> </a:t>
            </a:r>
            <a:r>
              <a:rPr sz="3200" spc="-20" dirty="0">
                <a:latin typeface="Times New Roman"/>
                <a:cs typeface="Times New Roman"/>
              </a:rPr>
              <a:t>does</a:t>
            </a:r>
            <a:endParaRPr sz="3200" dirty="0">
              <a:latin typeface="Times New Roman"/>
              <a:cs typeface="Times New Roman"/>
            </a:endParaRPr>
          </a:p>
          <a:p>
            <a:pPr marL="553720" indent="-172085">
              <a:spcBef>
                <a:spcPts val="370"/>
              </a:spcBef>
              <a:buChar char="•"/>
              <a:tabLst>
                <a:tab pos="554355" algn="l"/>
              </a:tabLst>
            </a:pPr>
            <a:r>
              <a:rPr sz="3600" dirty="0">
                <a:latin typeface="Times New Roman"/>
                <a:cs typeface="Times New Roman"/>
              </a:rPr>
              <a:t>Physical</a:t>
            </a:r>
            <a:r>
              <a:rPr sz="3600" spc="-20" dirty="0">
                <a:latin typeface="Times New Roman"/>
                <a:cs typeface="Times New Roman"/>
              </a:rPr>
              <a:t> DFD-</a:t>
            </a:r>
            <a:endParaRPr sz="3600" dirty="0">
              <a:latin typeface="Times New Roman"/>
              <a:cs typeface="Times New Roman"/>
            </a:endParaRPr>
          </a:p>
          <a:p>
            <a:pPr marL="754380" lvl="1" indent="-143510">
              <a:spcBef>
                <a:spcPts val="350"/>
              </a:spcBef>
              <a:buChar char="–"/>
              <a:tabLst>
                <a:tab pos="754380" algn="l"/>
              </a:tabLst>
            </a:pPr>
            <a:r>
              <a:rPr sz="3200" dirty="0">
                <a:latin typeface="Times New Roman"/>
                <a:cs typeface="Times New Roman"/>
              </a:rPr>
              <a:t>models</a:t>
            </a:r>
            <a:r>
              <a:rPr sz="3200" spc="-3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how</a:t>
            </a:r>
            <a:r>
              <a:rPr sz="3200" spc="-3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it</a:t>
            </a:r>
            <a:r>
              <a:rPr sz="3200" spc="-3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will</a:t>
            </a:r>
            <a:r>
              <a:rPr sz="3200" spc="-2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be</a:t>
            </a:r>
            <a:r>
              <a:rPr sz="3200" spc="-30" dirty="0">
                <a:latin typeface="Times New Roman"/>
                <a:cs typeface="Times New Roman"/>
              </a:rPr>
              <a:t> </a:t>
            </a:r>
            <a:r>
              <a:rPr sz="3200" spc="-20" dirty="0">
                <a:latin typeface="Times New Roman"/>
                <a:cs typeface="Times New Roman"/>
              </a:rPr>
              <a:t>done</a:t>
            </a:r>
            <a:endParaRPr sz="32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3200" dirty="0">
              <a:latin typeface="Times New Roman"/>
              <a:cs typeface="Times New Roman"/>
            </a:endParaRPr>
          </a:p>
          <a:p>
            <a:pPr algn="ctr">
              <a:spcBef>
                <a:spcPts val="1230"/>
              </a:spcBef>
            </a:pPr>
            <a:r>
              <a:rPr lang="en-US" sz="4000" b="1" spc="-10" dirty="0">
                <a:latin typeface="Times New Roman"/>
                <a:cs typeface="Times New Roman"/>
              </a:rPr>
              <a:t>Possibilities</a:t>
            </a:r>
            <a:endParaRPr lang="en-US" sz="4400" dirty="0">
              <a:latin typeface="Times New Roman"/>
              <a:cs typeface="Times New Roman"/>
            </a:endParaRPr>
          </a:p>
          <a:p>
            <a:pPr marL="553720" indent="-172085">
              <a:spcBef>
                <a:spcPts val="1565"/>
              </a:spcBef>
              <a:buChar char="•"/>
              <a:tabLst>
                <a:tab pos="554355" algn="l"/>
              </a:tabLst>
            </a:pPr>
            <a:r>
              <a:rPr lang="en-US" sz="3200" dirty="0">
                <a:latin typeface="Times New Roman"/>
                <a:cs typeface="Times New Roman"/>
              </a:rPr>
              <a:t>Current</a:t>
            </a:r>
            <a:r>
              <a:rPr lang="en-US" sz="3200" spc="-25" dirty="0">
                <a:latin typeface="Times New Roman"/>
                <a:cs typeface="Times New Roman"/>
              </a:rPr>
              <a:t> </a:t>
            </a:r>
            <a:r>
              <a:rPr lang="en-US" sz="3200" spc="-10" dirty="0">
                <a:latin typeface="Times New Roman"/>
                <a:cs typeface="Times New Roman"/>
              </a:rPr>
              <a:t>logical</a:t>
            </a:r>
            <a:endParaRPr lang="en-US" sz="3200" dirty="0">
              <a:latin typeface="Times New Roman"/>
              <a:cs typeface="Times New Roman"/>
            </a:endParaRPr>
          </a:p>
          <a:p>
            <a:pPr marL="553720" indent="-172085">
              <a:spcBef>
                <a:spcPts val="185"/>
              </a:spcBef>
              <a:buChar char="•"/>
              <a:tabLst>
                <a:tab pos="554355" algn="l"/>
              </a:tabLst>
            </a:pPr>
            <a:r>
              <a:rPr lang="en-US" sz="3200" dirty="0">
                <a:latin typeface="Times New Roman"/>
                <a:cs typeface="Times New Roman"/>
              </a:rPr>
              <a:t>Current</a:t>
            </a:r>
            <a:r>
              <a:rPr lang="en-US" sz="3200" spc="-25" dirty="0">
                <a:latin typeface="Times New Roman"/>
                <a:cs typeface="Times New Roman"/>
              </a:rPr>
              <a:t> </a:t>
            </a:r>
            <a:r>
              <a:rPr lang="en-US" sz="3200" spc="-10" dirty="0">
                <a:latin typeface="Times New Roman"/>
                <a:cs typeface="Times New Roman"/>
              </a:rPr>
              <a:t>physical</a:t>
            </a:r>
            <a:endParaRPr lang="en-US" sz="3200" dirty="0">
              <a:latin typeface="Times New Roman"/>
              <a:cs typeface="Times New Roman"/>
            </a:endParaRPr>
          </a:p>
          <a:p>
            <a:pPr marL="553720" indent="-172085">
              <a:spcBef>
                <a:spcPts val="185"/>
              </a:spcBef>
              <a:buChar char="•"/>
              <a:tabLst>
                <a:tab pos="554355" algn="l"/>
              </a:tabLst>
            </a:pPr>
            <a:r>
              <a:rPr lang="en-US" sz="3200" dirty="0">
                <a:latin typeface="Times New Roman"/>
                <a:cs typeface="Times New Roman"/>
              </a:rPr>
              <a:t>New</a:t>
            </a:r>
            <a:r>
              <a:rPr lang="en-US" sz="3200" spc="5" dirty="0">
                <a:latin typeface="Times New Roman"/>
                <a:cs typeface="Times New Roman"/>
              </a:rPr>
              <a:t> </a:t>
            </a:r>
            <a:r>
              <a:rPr lang="en-US" sz="3200" spc="-10" dirty="0">
                <a:latin typeface="Times New Roman"/>
                <a:cs typeface="Times New Roman"/>
              </a:rPr>
              <a:t>logical</a:t>
            </a:r>
            <a:endParaRPr lang="en-US" sz="3200" dirty="0">
              <a:latin typeface="Times New Roman"/>
              <a:cs typeface="Times New Roman"/>
            </a:endParaRPr>
          </a:p>
          <a:p>
            <a:pPr marL="553720" indent="-172085">
              <a:spcBef>
                <a:spcPts val="185"/>
              </a:spcBef>
              <a:buChar char="•"/>
              <a:tabLst>
                <a:tab pos="554355" algn="l"/>
              </a:tabLst>
            </a:pPr>
            <a:r>
              <a:rPr lang="en-US" sz="3200" dirty="0">
                <a:latin typeface="Times New Roman"/>
                <a:cs typeface="Times New Roman"/>
              </a:rPr>
              <a:t>New</a:t>
            </a:r>
            <a:r>
              <a:rPr lang="en-US" sz="3200" spc="-15" dirty="0">
                <a:latin typeface="Times New Roman"/>
                <a:cs typeface="Times New Roman"/>
              </a:rPr>
              <a:t> </a:t>
            </a:r>
            <a:r>
              <a:rPr lang="en-US" sz="3200" spc="-10" dirty="0">
                <a:latin typeface="Times New Roman"/>
                <a:cs typeface="Times New Roman"/>
              </a:rPr>
              <a:t>physical</a:t>
            </a:r>
            <a:endParaRPr sz="3200" dirty="0">
              <a:latin typeface="Times New Roman"/>
              <a:cs typeface="Times New Roman"/>
            </a:endParaRPr>
          </a:p>
          <a:p>
            <a:pPr>
              <a:spcBef>
                <a:spcPts val="55"/>
              </a:spcBef>
            </a:pPr>
            <a:endParaRPr sz="3200" dirty="0">
              <a:latin typeface="Times New Roman"/>
              <a:cs typeface="Times New Roman"/>
            </a:endParaRPr>
          </a:p>
          <a:p>
            <a:pPr marR="374015" algn="r"/>
            <a:r>
              <a:rPr sz="1200" spc="-25" dirty="0">
                <a:latin typeface="Times New Roman"/>
                <a:cs typeface="Times New Roman"/>
              </a:rPr>
              <a:t>25</a:t>
            </a:r>
            <a:endParaRPr sz="12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7890768" y="8086398"/>
            <a:ext cx="115570" cy="110928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spcBef>
                <a:spcPts val="25"/>
              </a:spcBef>
            </a:pPr>
            <a:r>
              <a:rPr sz="700" spc="-25" dirty="0">
                <a:latin typeface="Times New Roman"/>
                <a:cs typeface="Times New Roman"/>
              </a:rPr>
              <a:t>28</a:t>
            </a:r>
            <a:endParaRPr sz="700">
              <a:latin typeface="Times New Roman"/>
              <a:cs typeface="Times New Roman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152145" y="152400"/>
            <a:ext cx="11887200" cy="7482818"/>
          </a:xfrm>
          <a:prstGeom prst="rect">
            <a:avLst/>
          </a:prstGeom>
          <a:ln w="12953">
            <a:solidFill>
              <a:srgbClr val="000000"/>
            </a:solidFill>
          </a:ln>
        </p:spPr>
        <p:txBody>
          <a:bodyPr vert="horz" wrap="square" lIns="0" tIns="156210" rIns="0" bIns="0" rtlCol="0">
            <a:spAutoFit/>
          </a:bodyPr>
          <a:lstStyle/>
          <a:p>
            <a:pPr marL="1252220" algn="ctr">
              <a:spcBef>
                <a:spcPts val="1230"/>
              </a:spcBef>
            </a:pPr>
            <a:r>
              <a:rPr sz="3200" b="1" dirty="0">
                <a:latin typeface="Times New Roman"/>
                <a:cs typeface="Times New Roman"/>
              </a:rPr>
              <a:t>Elements</a:t>
            </a:r>
            <a:r>
              <a:rPr sz="3200" spc="-40" dirty="0">
                <a:latin typeface="Times New Roman"/>
                <a:cs typeface="Times New Roman"/>
              </a:rPr>
              <a:t> </a:t>
            </a:r>
            <a:r>
              <a:rPr sz="3200" b="1" dirty="0">
                <a:latin typeface="Times New Roman"/>
                <a:cs typeface="Times New Roman"/>
              </a:rPr>
              <a:t>of</a:t>
            </a:r>
            <a:r>
              <a:rPr sz="3200" spc="-35" dirty="0">
                <a:latin typeface="Times New Roman"/>
                <a:cs typeface="Times New Roman"/>
              </a:rPr>
              <a:t> </a:t>
            </a:r>
            <a:r>
              <a:rPr sz="3200" b="1" dirty="0">
                <a:latin typeface="Times New Roman"/>
                <a:cs typeface="Times New Roman"/>
              </a:rPr>
              <a:t>a</a:t>
            </a:r>
            <a:r>
              <a:rPr sz="3200" spc="-35" dirty="0">
                <a:latin typeface="Times New Roman"/>
                <a:cs typeface="Times New Roman"/>
              </a:rPr>
              <a:t> </a:t>
            </a:r>
            <a:r>
              <a:rPr sz="3200" b="1" spc="-25" dirty="0">
                <a:latin typeface="Times New Roman"/>
                <a:cs typeface="Times New Roman"/>
              </a:rPr>
              <a:t>DFD</a:t>
            </a:r>
            <a:endParaRPr sz="32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3200" dirty="0">
              <a:latin typeface="Times New Roman"/>
              <a:cs typeface="Times New Roman"/>
            </a:endParaRPr>
          </a:p>
          <a:p>
            <a:pPr marL="553720" indent="-172085">
              <a:spcBef>
                <a:spcPts val="1715"/>
              </a:spcBef>
              <a:buChar char="•"/>
              <a:tabLst>
                <a:tab pos="554355" algn="l"/>
              </a:tabLst>
            </a:pPr>
            <a:r>
              <a:rPr sz="2400" spc="-10" dirty="0">
                <a:latin typeface="Times New Roman"/>
                <a:cs typeface="Times New Roman"/>
              </a:rPr>
              <a:t>Processes</a:t>
            </a:r>
            <a:endParaRPr sz="2400" dirty="0">
              <a:latin typeface="Times New Roman"/>
              <a:cs typeface="Times New Roman"/>
            </a:endParaRPr>
          </a:p>
          <a:p>
            <a:pPr marL="553720" indent="-172085">
              <a:spcBef>
                <a:spcPts val="375"/>
              </a:spcBef>
              <a:buChar char="•"/>
              <a:tabLst>
                <a:tab pos="554355" algn="l"/>
              </a:tabLst>
            </a:pPr>
            <a:r>
              <a:rPr sz="2400" dirty="0">
                <a:latin typeface="Times New Roman"/>
                <a:cs typeface="Times New Roman"/>
              </a:rPr>
              <a:t>Data </a:t>
            </a:r>
            <a:r>
              <a:rPr sz="2400" spc="-10" dirty="0">
                <a:latin typeface="Times New Roman"/>
                <a:cs typeface="Times New Roman"/>
              </a:rPr>
              <a:t>Flows</a:t>
            </a:r>
            <a:endParaRPr sz="2400" dirty="0">
              <a:latin typeface="Times New Roman"/>
              <a:cs typeface="Times New Roman"/>
            </a:endParaRPr>
          </a:p>
          <a:p>
            <a:pPr marL="553720" indent="-172085">
              <a:spcBef>
                <a:spcPts val="385"/>
              </a:spcBef>
              <a:buChar char="•"/>
              <a:tabLst>
                <a:tab pos="554355" algn="l"/>
              </a:tabLst>
            </a:pPr>
            <a:r>
              <a:rPr sz="2400" dirty="0">
                <a:latin typeface="Times New Roman"/>
                <a:cs typeface="Times New Roman"/>
              </a:rPr>
              <a:t>Data</a:t>
            </a:r>
            <a:r>
              <a:rPr sz="2400" spc="-10" dirty="0">
                <a:latin typeface="Times New Roman"/>
                <a:cs typeface="Times New Roman"/>
              </a:rPr>
              <a:t> stores</a:t>
            </a:r>
            <a:endParaRPr sz="2400" dirty="0">
              <a:latin typeface="Times New Roman"/>
              <a:cs typeface="Times New Roman"/>
            </a:endParaRPr>
          </a:p>
          <a:p>
            <a:pPr marL="553720" indent="-172085">
              <a:spcBef>
                <a:spcPts val="380"/>
              </a:spcBef>
              <a:buChar char="•"/>
              <a:tabLst>
                <a:tab pos="554355" algn="l"/>
              </a:tabLst>
            </a:pPr>
            <a:r>
              <a:rPr sz="2400" dirty="0">
                <a:latin typeface="Times New Roman"/>
                <a:cs typeface="Times New Roman"/>
              </a:rPr>
              <a:t>External</a:t>
            </a:r>
            <a:r>
              <a:rPr sz="2400" spc="-10" dirty="0">
                <a:latin typeface="Times New Roman"/>
                <a:cs typeface="Times New Roman"/>
              </a:rPr>
              <a:t> entities</a:t>
            </a:r>
            <a:endParaRPr lang="en-IN" sz="2400" spc="-10" dirty="0">
              <a:latin typeface="Times New Roman"/>
              <a:cs typeface="Times New Roman"/>
            </a:endParaRPr>
          </a:p>
          <a:p>
            <a:pPr algn="ctr">
              <a:spcBef>
                <a:spcPts val="1110"/>
              </a:spcBef>
            </a:pPr>
            <a:r>
              <a:rPr lang="en-US" sz="4400" b="1" spc="-10" dirty="0">
                <a:latin typeface="Times New Roman"/>
                <a:cs typeface="Times New Roman"/>
              </a:rPr>
              <a:t>Process</a:t>
            </a:r>
            <a:endParaRPr lang="en-US" sz="4400" dirty="0">
              <a:latin typeface="Times New Roman"/>
              <a:cs typeface="Times New Roman"/>
            </a:endParaRPr>
          </a:p>
          <a:p>
            <a:pPr>
              <a:spcBef>
                <a:spcPts val="40"/>
              </a:spcBef>
            </a:pPr>
            <a:endParaRPr lang="en-US" sz="6000" dirty="0">
              <a:latin typeface="Times New Roman"/>
              <a:cs typeface="Times New Roman"/>
            </a:endParaRPr>
          </a:p>
          <a:p>
            <a:pPr marL="553720" indent="-172085">
              <a:buChar char="•"/>
              <a:tabLst>
                <a:tab pos="554355" algn="l"/>
              </a:tabLst>
            </a:pPr>
            <a:r>
              <a:rPr lang="en-US" sz="3600" dirty="0">
                <a:latin typeface="Times New Roman"/>
                <a:cs typeface="Times New Roman"/>
              </a:rPr>
              <a:t>Any</a:t>
            </a:r>
            <a:r>
              <a:rPr lang="en-US" sz="3600" spc="-25" dirty="0">
                <a:latin typeface="Times New Roman"/>
                <a:cs typeface="Times New Roman"/>
              </a:rPr>
              <a:t> </a:t>
            </a:r>
            <a:r>
              <a:rPr lang="en-US" sz="3600" dirty="0">
                <a:latin typeface="Times New Roman"/>
                <a:cs typeface="Times New Roman"/>
              </a:rPr>
              <a:t>activity</a:t>
            </a:r>
            <a:r>
              <a:rPr lang="en-US" sz="3600" spc="-25" dirty="0">
                <a:latin typeface="Times New Roman"/>
                <a:cs typeface="Times New Roman"/>
              </a:rPr>
              <a:t> </a:t>
            </a:r>
            <a:r>
              <a:rPr lang="en-US" sz="3600" dirty="0">
                <a:latin typeface="Times New Roman"/>
                <a:cs typeface="Times New Roman"/>
              </a:rPr>
              <a:t>that</a:t>
            </a:r>
            <a:r>
              <a:rPr lang="en-US" sz="3600" spc="-25" dirty="0">
                <a:latin typeface="Times New Roman"/>
                <a:cs typeface="Times New Roman"/>
              </a:rPr>
              <a:t> </a:t>
            </a:r>
            <a:r>
              <a:rPr lang="en-US" sz="3600" dirty="0">
                <a:latin typeface="Times New Roman"/>
                <a:cs typeface="Times New Roman"/>
              </a:rPr>
              <a:t>transforms</a:t>
            </a:r>
            <a:r>
              <a:rPr lang="en-US" sz="3600" spc="-25" dirty="0">
                <a:latin typeface="Times New Roman"/>
                <a:cs typeface="Times New Roman"/>
              </a:rPr>
              <a:t> </a:t>
            </a:r>
            <a:r>
              <a:rPr lang="en-US" sz="3600" spc="-20" dirty="0">
                <a:latin typeface="Times New Roman"/>
                <a:cs typeface="Times New Roman"/>
              </a:rPr>
              <a:t>data</a:t>
            </a:r>
            <a:endParaRPr lang="en-US" sz="3600" dirty="0">
              <a:latin typeface="Times New Roman"/>
              <a:cs typeface="Times New Roman"/>
            </a:endParaRPr>
          </a:p>
          <a:p>
            <a:pPr marL="553720" indent="-172085">
              <a:spcBef>
                <a:spcPts val="380"/>
              </a:spcBef>
              <a:buChar char="•"/>
              <a:tabLst>
                <a:tab pos="554355" algn="l"/>
              </a:tabLst>
            </a:pPr>
            <a:r>
              <a:rPr lang="en-US" sz="3600" spc="-10" dirty="0">
                <a:latin typeface="Times New Roman"/>
                <a:cs typeface="Times New Roman"/>
              </a:rPr>
              <a:t>Components:</a:t>
            </a:r>
            <a:endParaRPr lang="en-US" sz="3600" dirty="0">
              <a:latin typeface="Times New Roman"/>
              <a:cs typeface="Times New Roman"/>
            </a:endParaRPr>
          </a:p>
          <a:p>
            <a:pPr marL="754380" lvl="1" indent="-143510">
              <a:spcBef>
                <a:spcPts val="300"/>
              </a:spcBef>
              <a:buChar char="–"/>
              <a:tabLst>
                <a:tab pos="754380" algn="l"/>
              </a:tabLst>
            </a:pPr>
            <a:r>
              <a:rPr lang="en-US" sz="2800" dirty="0">
                <a:latin typeface="Times New Roman"/>
                <a:cs typeface="Times New Roman"/>
              </a:rPr>
              <a:t>process</a:t>
            </a:r>
            <a:r>
              <a:rPr lang="en-US" sz="2800" spc="-20" dirty="0">
                <a:latin typeface="Times New Roman"/>
                <a:cs typeface="Times New Roman"/>
              </a:rPr>
              <a:t> </a:t>
            </a:r>
            <a:r>
              <a:rPr lang="en-US" sz="2800" dirty="0">
                <a:latin typeface="Times New Roman"/>
                <a:cs typeface="Times New Roman"/>
              </a:rPr>
              <a:t>identification</a:t>
            </a:r>
            <a:r>
              <a:rPr lang="en-US" sz="2800" spc="-10" dirty="0">
                <a:latin typeface="Times New Roman"/>
                <a:cs typeface="Times New Roman"/>
              </a:rPr>
              <a:t> </a:t>
            </a:r>
            <a:r>
              <a:rPr lang="en-US" sz="2800" spc="-50" dirty="0">
                <a:latin typeface="Times New Roman"/>
                <a:cs typeface="Times New Roman"/>
              </a:rPr>
              <a:t>#</a:t>
            </a:r>
            <a:endParaRPr lang="en-US" sz="2800" dirty="0">
              <a:latin typeface="Times New Roman"/>
              <a:cs typeface="Times New Roman"/>
            </a:endParaRPr>
          </a:p>
          <a:p>
            <a:pPr marL="754380" lvl="1" indent="-143510">
              <a:spcBef>
                <a:spcPts val="285"/>
              </a:spcBef>
              <a:buChar char="–"/>
              <a:tabLst>
                <a:tab pos="754380" algn="l"/>
              </a:tabLst>
            </a:pPr>
            <a:r>
              <a:rPr lang="en-US" sz="2800" dirty="0">
                <a:latin typeface="Times New Roman"/>
                <a:cs typeface="Times New Roman"/>
              </a:rPr>
              <a:t>process</a:t>
            </a:r>
            <a:r>
              <a:rPr lang="en-US" sz="2800" spc="-45" dirty="0">
                <a:latin typeface="Times New Roman"/>
                <a:cs typeface="Times New Roman"/>
              </a:rPr>
              <a:t> </a:t>
            </a:r>
            <a:r>
              <a:rPr lang="en-US" sz="2800" dirty="0">
                <a:latin typeface="Times New Roman"/>
                <a:cs typeface="Times New Roman"/>
              </a:rPr>
              <a:t>description</a:t>
            </a:r>
            <a:r>
              <a:rPr lang="en-US" sz="2800" spc="-40" dirty="0">
                <a:latin typeface="Times New Roman"/>
                <a:cs typeface="Times New Roman"/>
              </a:rPr>
              <a:t> </a:t>
            </a:r>
            <a:r>
              <a:rPr lang="en-US" sz="2800" spc="-10" dirty="0">
                <a:latin typeface="Times New Roman"/>
                <a:cs typeface="Times New Roman"/>
              </a:rPr>
              <a:t>label</a:t>
            </a:r>
            <a:endParaRPr lang="en-US" sz="2800" dirty="0">
              <a:latin typeface="Times New Roman"/>
              <a:cs typeface="Times New Roman"/>
            </a:endParaRPr>
          </a:p>
          <a:p>
            <a:pPr marL="553720" indent="-172085">
              <a:spcBef>
                <a:spcPts val="365"/>
              </a:spcBef>
              <a:buChar char="•"/>
              <a:tabLst>
                <a:tab pos="554355" algn="l"/>
              </a:tabLst>
            </a:pPr>
            <a:r>
              <a:rPr lang="en-US" sz="3600" dirty="0">
                <a:latin typeface="Times New Roman"/>
                <a:cs typeface="Times New Roman"/>
              </a:rPr>
              <a:t>Each</a:t>
            </a:r>
            <a:r>
              <a:rPr lang="en-US" sz="3600" spc="-10" dirty="0">
                <a:latin typeface="Times New Roman"/>
                <a:cs typeface="Times New Roman"/>
              </a:rPr>
              <a:t> </a:t>
            </a:r>
            <a:r>
              <a:rPr lang="en-US" sz="3600" dirty="0">
                <a:latin typeface="Times New Roman"/>
                <a:cs typeface="Times New Roman"/>
              </a:rPr>
              <a:t>process</a:t>
            </a:r>
            <a:r>
              <a:rPr lang="en-US" sz="3600" spc="-15" dirty="0">
                <a:latin typeface="Times New Roman"/>
                <a:cs typeface="Times New Roman"/>
              </a:rPr>
              <a:t> </a:t>
            </a:r>
            <a:r>
              <a:rPr lang="en-US" sz="3600" dirty="0">
                <a:latin typeface="Times New Roman"/>
                <a:cs typeface="Times New Roman"/>
              </a:rPr>
              <a:t>performs</a:t>
            </a:r>
            <a:r>
              <a:rPr lang="en-US" sz="3600" spc="-10" dirty="0">
                <a:latin typeface="Times New Roman"/>
                <a:cs typeface="Times New Roman"/>
              </a:rPr>
              <a:t> </a:t>
            </a:r>
            <a:r>
              <a:rPr lang="en-US" sz="3600" dirty="0">
                <a:latin typeface="Times New Roman"/>
                <a:cs typeface="Times New Roman"/>
              </a:rPr>
              <a:t>only</a:t>
            </a:r>
            <a:r>
              <a:rPr lang="en-US" sz="3600" spc="-15" dirty="0">
                <a:latin typeface="Times New Roman"/>
                <a:cs typeface="Times New Roman"/>
              </a:rPr>
              <a:t> </a:t>
            </a:r>
            <a:r>
              <a:rPr lang="en-US" sz="3600" dirty="0">
                <a:latin typeface="Times New Roman"/>
                <a:cs typeface="Times New Roman"/>
              </a:rPr>
              <a:t>one</a:t>
            </a:r>
            <a:r>
              <a:rPr lang="en-US" sz="3600" spc="-10" dirty="0">
                <a:latin typeface="Times New Roman"/>
                <a:cs typeface="Times New Roman"/>
              </a:rPr>
              <a:t> activity</a:t>
            </a:r>
            <a:endParaRPr sz="5400" dirty="0">
              <a:latin typeface="Times New Roman"/>
              <a:cs typeface="Times New Roman"/>
            </a:endParaRPr>
          </a:p>
          <a:p>
            <a:pPr marR="374015" algn="r"/>
            <a:r>
              <a:rPr sz="700" spc="-25" dirty="0">
                <a:latin typeface="Times New Roman"/>
                <a:cs typeface="Times New Roman"/>
              </a:rPr>
              <a:t>27</a:t>
            </a:r>
            <a:endParaRPr sz="7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7890768" y="8086398"/>
            <a:ext cx="115570" cy="110928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spcBef>
                <a:spcPts val="25"/>
              </a:spcBef>
            </a:pPr>
            <a:r>
              <a:rPr sz="700" spc="-25" dirty="0">
                <a:latin typeface="Times New Roman"/>
                <a:cs typeface="Times New Roman"/>
              </a:rPr>
              <a:t>30</a:t>
            </a:r>
            <a:endParaRPr sz="700">
              <a:latin typeface="Times New Roman"/>
              <a:cs typeface="Times New Roman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152400" y="228600"/>
            <a:ext cx="11887200" cy="8270213"/>
          </a:xfrm>
          <a:prstGeom prst="rect">
            <a:avLst/>
          </a:prstGeom>
          <a:ln w="12953">
            <a:solidFill>
              <a:srgbClr val="000000"/>
            </a:solidFill>
          </a:ln>
        </p:spPr>
        <p:txBody>
          <a:bodyPr vert="horz" wrap="square" lIns="0" tIns="156210" rIns="0" bIns="0" rtlCol="0">
            <a:spAutoFit/>
          </a:bodyPr>
          <a:lstStyle/>
          <a:p>
            <a:pPr algn="ctr">
              <a:spcBef>
                <a:spcPts val="1230"/>
              </a:spcBef>
            </a:pPr>
            <a:r>
              <a:rPr sz="3200" b="1" dirty="0">
                <a:latin typeface="Times New Roman"/>
                <a:cs typeface="Times New Roman"/>
              </a:rPr>
              <a:t>Data</a:t>
            </a:r>
            <a:r>
              <a:rPr sz="3200" spc="-50" dirty="0">
                <a:latin typeface="Times New Roman"/>
                <a:cs typeface="Times New Roman"/>
              </a:rPr>
              <a:t> </a:t>
            </a:r>
            <a:r>
              <a:rPr sz="3200" b="1" spc="-20" dirty="0">
                <a:latin typeface="Times New Roman"/>
                <a:cs typeface="Times New Roman"/>
              </a:rPr>
              <a:t>flow</a:t>
            </a:r>
            <a:endParaRPr sz="32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3200" dirty="0">
              <a:latin typeface="Times New Roman"/>
              <a:cs typeface="Times New Roman"/>
            </a:endParaRPr>
          </a:p>
          <a:p>
            <a:pPr marL="553720" marR="558800" indent="-171450">
              <a:spcBef>
                <a:spcPts val="1715"/>
              </a:spcBef>
              <a:buChar char="•"/>
              <a:tabLst>
                <a:tab pos="554355" algn="l"/>
              </a:tabLst>
            </a:pPr>
            <a:r>
              <a:rPr sz="3200" dirty="0">
                <a:latin typeface="Times New Roman"/>
                <a:cs typeface="Times New Roman"/>
              </a:rPr>
              <a:t>Traces</a:t>
            </a:r>
            <a:r>
              <a:rPr sz="3200" spc="-3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flow</a:t>
            </a:r>
            <a:r>
              <a:rPr sz="3200" spc="-3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of</a:t>
            </a:r>
            <a:r>
              <a:rPr sz="3200" spc="-3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information</a:t>
            </a:r>
            <a:r>
              <a:rPr sz="3200" spc="-2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throughout</a:t>
            </a:r>
            <a:r>
              <a:rPr sz="3200" spc="-25" dirty="0">
                <a:latin typeface="Times New Roman"/>
                <a:cs typeface="Times New Roman"/>
              </a:rPr>
              <a:t> the </a:t>
            </a:r>
            <a:r>
              <a:rPr sz="3200" spc="-10" dirty="0">
                <a:latin typeface="Times New Roman"/>
                <a:cs typeface="Times New Roman"/>
              </a:rPr>
              <a:t>system</a:t>
            </a:r>
            <a:endParaRPr sz="3200" dirty="0">
              <a:latin typeface="Times New Roman"/>
              <a:cs typeface="Times New Roman"/>
            </a:endParaRPr>
          </a:p>
          <a:p>
            <a:pPr marL="553720" indent="-172085">
              <a:spcBef>
                <a:spcPts val="375"/>
              </a:spcBef>
              <a:buChar char="•"/>
              <a:tabLst>
                <a:tab pos="554355" algn="l"/>
              </a:tabLst>
            </a:pPr>
            <a:r>
              <a:rPr sz="3200" dirty="0">
                <a:latin typeface="Times New Roman"/>
                <a:cs typeface="Times New Roman"/>
              </a:rPr>
              <a:t>It</a:t>
            </a:r>
            <a:r>
              <a:rPr sz="3200" spc="-1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is</a:t>
            </a:r>
            <a:r>
              <a:rPr sz="3200" spc="-1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data</a:t>
            </a:r>
            <a:r>
              <a:rPr sz="3200" spc="-1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in</a:t>
            </a:r>
            <a:r>
              <a:rPr sz="3200" spc="-10" dirty="0">
                <a:latin typeface="Times New Roman"/>
                <a:cs typeface="Times New Roman"/>
              </a:rPr>
              <a:t> </a:t>
            </a:r>
            <a:r>
              <a:rPr sz="3200" spc="-10" dirty="0" err="1">
                <a:latin typeface="Times New Roman"/>
                <a:cs typeface="Times New Roman"/>
              </a:rPr>
              <a:t>motio</a:t>
            </a:r>
            <a:r>
              <a:rPr lang="en-IN" sz="3200" spc="-10" dirty="0">
                <a:latin typeface="Times New Roman"/>
                <a:cs typeface="Times New Roman"/>
              </a:rPr>
              <a:t>n</a:t>
            </a:r>
            <a:endParaRPr lang="en-IN" sz="3200" dirty="0">
              <a:latin typeface="Times New Roman"/>
              <a:cs typeface="Times New Roman"/>
            </a:endParaRPr>
          </a:p>
          <a:p>
            <a:pPr algn="ctr">
              <a:spcBef>
                <a:spcPts val="1230"/>
              </a:spcBef>
            </a:pPr>
            <a:r>
              <a:rPr lang="en-US" sz="3200" b="1" dirty="0">
                <a:latin typeface="Times New Roman"/>
                <a:cs typeface="Times New Roman"/>
              </a:rPr>
              <a:t>Data</a:t>
            </a:r>
            <a:r>
              <a:rPr lang="en-US" sz="3200" spc="-50" dirty="0">
                <a:latin typeface="Times New Roman"/>
                <a:cs typeface="Times New Roman"/>
              </a:rPr>
              <a:t> </a:t>
            </a:r>
            <a:r>
              <a:rPr lang="en-US" sz="3200" b="1" spc="-10" dirty="0">
                <a:latin typeface="Times New Roman"/>
                <a:cs typeface="Times New Roman"/>
              </a:rPr>
              <a:t>store</a:t>
            </a:r>
            <a:endParaRPr lang="en-US" sz="3200" dirty="0">
              <a:latin typeface="Times New Roman"/>
              <a:cs typeface="Times New Roman"/>
            </a:endParaRPr>
          </a:p>
          <a:p>
            <a:pPr marL="553720" indent="-172085">
              <a:spcBef>
                <a:spcPts val="1715"/>
              </a:spcBef>
              <a:buChar char="•"/>
              <a:tabLst>
                <a:tab pos="554355" algn="l"/>
              </a:tabLst>
            </a:pPr>
            <a:r>
              <a:rPr lang="en-US" sz="3200" dirty="0">
                <a:latin typeface="Times New Roman"/>
                <a:cs typeface="Times New Roman"/>
              </a:rPr>
              <a:t>Also</a:t>
            </a:r>
            <a:r>
              <a:rPr lang="en-US" sz="3200" spc="-15" dirty="0">
                <a:latin typeface="Times New Roman"/>
                <a:cs typeface="Times New Roman"/>
              </a:rPr>
              <a:t> </a:t>
            </a:r>
            <a:r>
              <a:rPr lang="en-US" sz="3200" dirty="0">
                <a:latin typeface="Times New Roman"/>
                <a:cs typeface="Times New Roman"/>
              </a:rPr>
              <a:t>known</a:t>
            </a:r>
            <a:r>
              <a:rPr lang="en-US" sz="3200" spc="-15" dirty="0">
                <a:latin typeface="Times New Roman"/>
                <a:cs typeface="Times New Roman"/>
              </a:rPr>
              <a:t> </a:t>
            </a:r>
            <a:r>
              <a:rPr lang="en-US" sz="3200" dirty="0">
                <a:latin typeface="Times New Roman"/>
                <a:cs typeface="Times New Roman"/>
              </a:rPr>
              <a:t>as</a:t>
            </a:r>
            <a:r>
              <a:rPr lang="en-US" sz="3200" spc="-15" dirty="0">
                <a:latin typeface="Times New Roman"/>
                <a:cs typeface="Times New Roman"/>
              </a:rPr>
              <a:t> </a:t>
            </a:r>
            <a:r>
              <a:rPr lang="en-US" sz="3200" dirty="0">
                <a:latin typeface="Times New Roman"/>
                <a:cs typeface="Times New Roman"/>
              </a:rPr>
              <a:t>data</a:t>
            </a:r>
            <a:r>
              <a:rPr lang="en-US" sz="3200" spc="-10" dirty="0">
                <a:latin typeface="Times New Roman"/>
                <a:cs typeface="Times New Roman"/>
              </a:rPr>
              <a:t> repository</a:t>
            </a:r>
            <a:endParaRPr lang="en-US" sz="3200" dirty="0">
              <a:latin typeface="Times New Roman"/>
              <a:cs typeface="Times New Roman"/>
            </a:endParaRPr>
          </a:p>
          <a:p>
            <a:pPr marL="553720" marR="440690" indent="-171450">
              <a:spcBef>
                <a:spcPts val="375"/>
              </a:spcBef>
              <a:buChar char="•"/>
              <a:tabLst>
                <a:tab pos="554355" algn="l"/>
              </a:tabLst>
            </a:pPr>
            <a:r>
              <a:rPr lang="en-US" sz="3200" dirty="0">
                <a:latin typeface="Times New Roman"/>
                <a:cs typeface="Times New Roman"/>
              </a:rPr>
              <a:t>Is</a:t>
            </a:r>
            <a:r>
              <a:rPr lang="en-US" sz="3200" spc="-15" dirty="0">
                <a:latin typeface="Times New Roman"/>
                <a:cs typeface="Times New Roman"/>
              </a:rPr>
              <a:t> </a:t>
            </a:r>
            <a:r>
              <a:rPr lang="en-US" sz="3200" dirty="0">
                <a:latin typeface="Times New Roman"/>
                <a:cs typeface="Times New Roman"/>
              </a:rPr>
              <a:t>where</a:t>
            </a:r>
            <a:r>
              <a:rPr lang="en-US" sz="3200" spc="-10" dirty="0">
                <a:latin typeface="Times New Roman"/>
                <a:cs typeface="Times New Roman"/>
              </a:rPr>
              <a:t> </a:t>
            </a:r>
            <a:r>
              <a:rPr lang="en-US" sz="3200" dirty="0">
                <a:latin typeface="Times New Roman"/>
                <a:cs typeface="Times New Roman"/>
              </a:rPr>
              <a:t>data</a:t>
            </a:r>
            <a:r>
              <a:rPr lang="en-US" sz="3200" spc="-10" dirty="0">
                <a:latin typeface="Times New Roman"/>
                <a:cs typeface="Times New Roman"/>
              </a:rPr>
              <a:t> </a:t>
            </a:r>
            <a:r>
              <a:rPr lang="en-US" sz="3200" dirty="0">
                <a:latin typeface="Times New Roman"/>
                <a:cs typeface="Times New Roman"/>
              </a:rPr>
              <a:t>is</a:t>
            </a:r>
            <a:r>
              <a:rPr lang="en-US" sz="3200" spc="-10" dirty="0">
                <a:latin typeface="Times New Roman"/>
                <a:cs typeface="Times New Roman"/>
              </a:rPr>
              <a:t> </a:t>
            </a:r>
            <a:r>
              <a:rPr lang="en-US" sz="3200" dirty="0">
                <a:latin typeface="Times New Roman"/>
                <a:cs typeface="Times New Roman"/>
              </a:rPr>
              <a:t>temporarily</a:t>
            </a:r>
            <a:r>
              <a:rPr lang="en-US" sz="3200" spc="-15" dirty="0">
                <a:latin typeface="Times New Roman"/>
                <a:cs typeface="Times New Roman"/>
              </a:rPr>
              <a:t> </a:t>
            </a:r>
            <a:r>
              <a:rPr lang="en-US" sz="3200" dirty="0">
                <a:latin typeface="Times New Roman"/>
                <a:cs typeface="Times New Roman"/>
              </a:rPr>
              <a:t>or</a:t>
            </a:r>
            <a:r>
              <a:rPr lang="en-US" sz="3200" spc="-15" dirty="0">
                <a:latin typeface="Times New Roman"/>
                <a:cs typeface="Times New Roman"/>
              </a:rPr>
              <a:t> </a:t>
            </a:r>
            <a:r>
              <a:rPr lang="en-US" sz="3200" spc="-10" dirty="0">
                <a:latin typeface="Times New Roman"/>
                <a:cs typeface="Times New Roman"/>
              </a:rPr>
              <a:t>permanently </a:t>
            </a:r>
            <a:r>
              <a:rPr lang="en-US" sz="3200" dirty="0">
                <a:latin typeface="Times New Roman"/>
                <a:cs typeface="Times New Roman"/>
              </a:rPr>
              <a:t>stored</a:t>
            </a:r>
            <a:r>
              <a:rPr lang="en-US" sz="3200" spc="-15" dirty="0">
                <a:latin typeface="Times New Roman"/>
                <a:cs typeface="Times New Roman"/>
              </a:rPr>
              <a:t> </a:t>
            </a:r>
            <a:r>
              <a:rPr lang="en-US" sz="3200" dirty="0">
                <a:latin typeface="Times New Roman"/>
                <a:cs typeface="Times New Roman"/>
              </a:rPr>
              <a:t>or</a:t>
            </a:r>
            <a:r>
              <a:rPr lang="en-US" sz="3200" spc="-10" dirty="0">
                <a:latin typeface="Times New Roman"/>
                <a:cs typeface="Times New Roman"/>
              </a:rPr>
              <a:t> </a:t>
            </a:r>
            <a:r>
              <a:rPr lang="en-US" sz="3200" spc="-20" dirty="0">
                <a:latin typeface="Times New Roman"/>
                <a:cs typeface="Times New Roman"/>
              </a:rPr>
              <a:t>held</a:t>
            </a:r>
          </a:p>
          <a:p>
            <a:pPr marL="553720" marR="440690" indent="-171450">
              <a:spcBef>
                <a:spcPts val="375"/>
              </a:spcBef>
              <a:buChar char="•"/>
              <a:tabLst>
                <a:tab pos="554355" algn="l"/>
              </a:tabLst>
            </a:pPr>
            <a:endParaRPr lang="en-US" sz="3200" spc="-20" dirty="0">
              <a:latin typeface="Times New Roman"/>
              <a:cs typeface="Times New Roman"/>
            </a:endParaRPr>
          </a:p>
          <a:p>
            <a:pPr algn="ctr">
              <a:spcBef>
                <a:spcPts val="1230"/>
              </a:spcBef>
            </a:pPr>
            <a:r>
              <a:rPr lang="en-US" sz="3200" b="1" dirty="0">
                <a:latin typeface="Times New Roman"/>
                <a:cs typeface="Times New Roman"/>
              </a:rPr>
              <a:t>External</a:t>
            </a:r>
            <a:r>
              <a:rPr lang="en-US" sz="3200" spc="-80" dirty="0">
                <a:latin typeface="Times New Roman"/>
                <a:cs typeface="Times New Roman"/>
              </a:rPr>
              <a:t> </a:t>
            </a:r>
            <a:r>
              <a:rPr lang="en-US" sz="3200" b="1" spc="-10" dirty="0">
                <a:latin typeface="Times New Roman"/>
                <a:cs typeface="Times New Roman"/>
              </a:rPr>
              <a:t>entity</a:t>
            </a:r>
            <a:endParaRPr lang="en-US" sz="32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lang="en-US" sz="3200" dirty="0">
              <a:latin typeface="Times New Roman"/>
              <a:cs typeface="Times New Roman"/>
            </a:endParaRPr>
          </a:p>
          <a:p>
            <a:pPr marL="553720" marR="396240" indent="-171450">
              <a:spcBef>
                <a:spcPts val="1715"/>
              </a:spcBef>
              <a:buChar char="•"/>
              <a:tabLst>
                <a:tab pos="554355" algn="l"/>
              </a:tabLst>
            </a:pPr>
            <a:r>
              <a:rPr lang="en-US" sz="3200" dirty="0">
                <a:latin typeface="Times New Roman"/>
                <a:cs typeface="Times New Roman"/>
              </a:rPr>
              <a:t>External</a:t>
            </a:r>
            <a:r>
              <a:rPr lang="en-US" sz="3200" spc="-15" dirty="0">
                <a:latin typeface="Times New Roman"/>
                <a:cs typeface="Times New Roman"/>
              </a:rPr>
              <a:t> </a:t>
            </a:r>
            <a:r>
              <a:rPr lang="en-US" sz="3200" dirty="0">
                <a:latin typeface="Times New Roman"/>
                <a:cs typeface="Times New Roman"/>
              </a:rPr>
              <a:t>Entity</a:t>
            </a:r>
            <a:r>
              <a:rPr lang="en-US" sz="3200" spc="-15" dirty="0">
                <a:latin typeface="Times New Roman"/>
                <a:cs typeface="Times New Roman"/>
              </a:rPr>
              <a:t> </a:t>
            </a:r>
            <a:r>
              <a:rPr lang="en-US" sz="3200" dirty="0">
                <a:latin typeface="Times New Roman"/>
                <a:cs typeface="Times New Roman"/>
              </a:rPr>
              <a:t>-</a:t>
            </a:r>
            <a:r>
              <a:rPr lang="en-US" sz="3200" spc="-10" dirty="0">
                <a:latin typeface="Times New Roman"/>
                <a:cs typeface="Times New Roman"/>
              </a:rPr>
              <a:t> </a:t>
            </a:r>
            <a:r>
              <a:rPr lang="en-US" sz="3200" dirty="0">
                <a:latin typeface="Times New Roman"/>
                <a:cs typeface="Times New Roman"/>
              </a:rPr>
              <a:t>something</a:t>
            </a:r>
            <a:r>
              <a:rPr lang="en-US" sz="3200" spc="-15" dirty="0">
                <a:latin typeface="Times New Roman"/>
                <a:cs typeface="Times New Roman"/>
              </a:rPr>
              <a:t> </a:t>
            </a:r>
            <a:r>
              <a:rPr lang="en-US" sz="3200" dirty="0">
                <a:latin typeface="Times New Roman"/>
                <a:cs typeface="Times New Roman"/>
              </a:rPr>
              <a:t>or</a:t>
            </a:r>
            <a:r>
              <a:rPr lang="en-US" sz="3200" spc="-20" dirty="0">
                <a:latin typeface="Times New Roman"/>
                <a:cs typeface="Times New Roman"/>
              </a:rPr>
              <a:t> </a:t>
            </a:r>
            <a:r>
              <a:rPr lang="en-US" sz="3200" dirty="0">
                <a:latin typeface="Times New Roman"/>
                <a:cs typeface="Times New Roman"/>
              </a:rPr>
              <a:t>someone</a:t>
            </a:r>
            <a:r>
              <a:rPr lang="en-US" sz="3200" spc="-15" dirty="0">
                <a:latin typeface="Times New Roman"/>
                <a:cs typeface="Times New Roman"/>
              </a:rPr>
              <a:t> </a:t>
            </a:r>
            <a:r>
              <a:rPr lang="en-US" sz="3200" spc="-20" dirty="0">
                <a:latin typeface="Times New Roman"/>
                <a:cs typeface="Times New Roman"/>
              </a:rPr>
              <a:t>that </a:t>
            </a:r>
            <a:r>
              <a:rPr lang="en-US" sz="3200" dirty="0">
                <a:latin typeface="Times New Roman"/>
                <a:cs typeface="Times New Roman"/>
              </a:rPr>
              <a:t>provides</a:t>
            </a:r>
            <a:r>
              <a:rPr lang="en-US" sz="3200" spc="-20" dirty="0">
                <a:latin typeface="Times New Roman"/>
                <a:cs typeface="Times New Roman"/>
              </a:rPr>
              <a:t> </a:t>
            </a:r>
            <a:r>
              <a:rPr lang="en-US" sz="3200" dirty="0">
                <a:latin typeface="Times New Roman"/>
                <a:cs typeface="Times New Roman"/>
              </a:rPr>
              <a:t>data</a:t>
            </a:r>
            <a:r>
              <a:rPr lang="en-US" sz="3200" spc="-15" dirty="0">
                <a:latin typeface="Times New Roman"/>
                <a:cs typeface="Times New Roman"/>
              </a:rPr>
              <a:t> </a:t>
            </a:r>
            <a:r>
              <a:rPr lang="en-US" sz="3200" dirty="0">
                <a:latin typeface="Times New Roman"/>
                <a:cs typeface="Times New Roman"/>
              </a:rPr>
              <a:t>to</a:t>
            </a:r>
            <a:r>
              <a:rPr lang="en-US" sz="3200" spc="-15" dirty="0">
                <a:latin typeface="Times New Roman"/>
                <a:cs typeface="Times New Roman"/>
              </a:rPr>
              <a:t> </a:t>
            </a:r>
            <a:r>
              <a:rPr lang="en-US" sz="3200" dirty="0">
                <a:latin typeface="Times New Roman"/>
                <a:cs typeface="Times New Roman"/>
              </a:rPr>
              <a:t>the</a:t>
            </a:r>
            <a:r>
              <a:rPr lang="en-US" sz="3200" spc="-20" dirty="0">
                <a:latin typeface="Times New Roman"/>
                <a:cs typeface="Times New Roman"/>
              </a:rPr>
              <a:t> </a:t>
            </a:r>
            <a:r>
              <a:rPr lang="en-US" sz="3200" dirty="0">
                <a:latin typeface="Times New Roman"/>
                <a:cs typeface="Times New Roman"/>
              </a:rPr>
              <a:t>system</a:t>
            </a:r>
            <a:r>
              <a:rPr lang="en-US" sz="3200" spc="-15" dirty="0">
                <a:latin typeface="Times New Roman"/>
                <a:cs typeface="Times New Roman"/>
              </a:rPr>
              <a:t> </a:t>
            </a:r>
            <a:r>
              <a:rPr lang="en-US" sz="3200" dirty="0">
                <a:latin typeface="Times New Roman"/>
                <a:cs typeface="Times New Roman"/>
              </a:rPr>
              <a:t>or</a:t>
            </a:r>
            <a:r>
              <a:rPr lang="en-US" sz="3200" spc="-15" dirty="0">
                <a:latin typeface="Times New Roman"/>
                <a:cs typeface="Times New Roman"/>
              </a:rPr>
              <a:t> </a:t>
            </a:r>
            <a:r>
              <a:rPr lang="en-US" sz="3200" spc="-10" dirty="0">
                <a:latin typeface="Times New Roman"/>
                <a:cs typeface="Times New Roman"/>
              </a:rPr>
              <a:t>receives </a:t>
            </a:r>
            <a:r>
              <a:rPr lang="en-US" sz="3200" dirty="0">
                <a:latin typeface="Times New Roman"/>
                <a:cs typeface="Times New Roman"/>
              </a:rPr>
              <a:t>output</a:t>
            </a:r>
            <a:r>
              <a:rPr lang="en-US" sz="3200" spc="-10" dirty="0">
                <a:latin typeface="Times New Roman"/>
                <a:cs typeface="Times New Roman"/>
              </a:rPr>
              <a:t> </a:t>
            </a:r>
            <a:r>
              <a:rPr lang="en-US" sz="3200" dirty="0">
                <a:latin typeface="Times New Roman"/>
                <a:cs typeface="Times New Roman"/>
              </a:rPr>
              <a:t>from</a:t>
            </a:r>
            <a:r>
              <a:rPr lang="en-US" sz="3200" spc="-5" dirty="0">
                <a:latin typeface="Times New Roman"/>
                <a:cs typeface="Times New Roman"/>
              </a:rPr>
              <a:t> </a:t>
            </a:r>
            <a:r>
              <a:rPr lang="en-US" sz="3200" dirty="0">
                <a:latin typeface="Times New Roman"/>
                <a:cs typeface="Times New Roman"/>
              </a:rPr>
              <a:t>the</a:t>
            </a:r>
            <a:r>
              <a:rPr lang="en-US" sz="3200" spc="-5" dirty="0">
                <a:latin typeface="Times New Roman"/>
                <a:cs typeface="Times New Roman"/>
              </a:rPr>
              <a:t> </a:t>
            </a:r>
            <a:r>
              <a:rPr lang="en-US" sz="3200" spc="-10" dirty="0">
                <a:latin typeface="Times New Roman"/>
                <a:cs typeface="Times New Roman"/>
              </a:rPr>
              <a:t>system</a:t>
            </a:r>
            <a:endParaRPr lang="en-US" sz="3200" dirty="0">
              <a:latin typeface="Times New Roman"/>
              <a:cs typeface="Times New Roman"/>
            </a:endParaRPr>
          </a:p>
          <a:p>
            <a:pPr marL="553720" indent="-172085">
              <a:spcBef>
                <a:spcPts val="375"/>
              </a:spcBef>
              <a:buChar char="•"/>
              <a:tabLst>
                <a:tab pos="554355" algn="l"/>
              </a:tabLst>
            </a:pPr>
            <a:r>
              <a:rPr lang="en-US" sz="3200" dirty="0">
                <a:latin typeface="Times New Roman"/>
                <a:cs typeface="Times New Roman"/>
              </a:rPr>
              <a:t>does</a:t>
            </a:r>
            <a:r>
              <a:rPr lang="en-US" sz="3200" spc="-25" dirty="0">
                <a:latin typeface="Times New Roman"/>
                <a:cs typeface="Times New Roman"/>
              </a:rPr>
              <a:t> </a:t>
            </a:r>
            <a:r>
              <a:rPr lang="en-US" sz="3200" dirty="0">
                <a:latin typeface="Times New Roman"/>
                <a:cs typeface="Times New Roman"/>
              </a:rPr>
              <a:t>not</a:t>
            </a:r>
            <a:r>
              <a:rPr lang="en-US" sz="3200" spc="-15" dirty="0">
                <a:latin typeface="Times New Roman"/>
                <a:cs typeface="Times New Roman"/>
              </a:rPr>
              <a:t> </a:t>
            </a:r>
            <a:r>
              <a:rPr lang="en-US" sz="3200" dirty="0">
                <a:latin typeface="Times New Roman"/>
                <a:cs typeface="Times New Roman"/>
              </a:rPr>
              <a:t>perform</a:t>
            </a:r>
            <a:r>
              <a:rPr lang="en-US" sz="3200" spc="-15" dirty="0">
                <a:latin typeface="Times New Roman"/>
                <a:cs typeface="Times New Roman"/>
              </a:rPr>
              <a:t> </a:t>
            </a:r>
            <a:r>
              <a:rPr lang="en-US" sz="3200" dirty="0">
                <a:latin typeface="Times New Roman"/>
                <a:cs typeface="Times New Roman"/>
              </a:rPr>
              <a:t>any</a:t>
            </a:r>
            <a:r>
              <a:rPr lang="en-US" sz="3200" spc="-15" dirty="0">
                <a:latin typeface="Times New Roman"/>
                <a:cs typeface="Times New Roman"/>
              </a:rPr>
              <a:t> </a:t>
            </a:r>
            <a:r>
              <a:rPr lang="en-US" sz="3200" dirty="0">
                <a:latin typeface="Times New Roman"/>
                <a:cs typeface="Times New Roman"/>
              </a:rPr>
              <a:t>system</a:t>
            </a:r>
            <a:r>
              <a:rPr lang="en-US" sz="3200" spc="-15" dirty="0">
                <a:latin typeface="Times New Roman"/>
                <a:cs typeface="Times New Roman"/>
              </a:rPr>
              <a:t> </a:t>
            </a:r>
            <a:r>
              <a:rPr lang="en-US" sz="3200" spc="-10" dirty="0">
                <a:latin typeface="Times New Roman"/>
                <a:cs typeface="Times New Roman"/>
              </a:rPr>
              <a:t>processes</a:t>
            </a:r>
            <a:endParaRPr lang="en-US" sz="3200" dirty="0">
              <a:latin typeface="Times New Roman"/>
              <a:cs typeface="Times New Roman"/>
            </a:endParaRPr>
          </a:p>
          <a:p>
            <a:pPr marL="553720" indent="-172085">
              <a:spcBef>
                <a:spcPts val="380"/>
              </a:spcBef>
              <a:buChar char="•"/>
              <a:tabLst>
                <a:tab pos="554355" algn="l"/>
              </a:tabLst>
            </a:pPr>
            <a:r>
              <a:rPr lang="en-US" sz="3200" dirty="0">
                <a:latin typeface="Times New Roman"/>
                <a:cs typeface="Times New Roman"/>
              </a:rPr>
              <a:t>name</a:t>
            </a:r>
            <a:r>
              <a:rPr lang="en-US" sz="3200" spc="-10" dirty="0">
                <a:latin typeface="Times New Roman"/>
                <a:cs typeface="Times New Roman"/>
              </a:rPr>
              <a:t> </a:t>
            </a:r>
            <a:r>
              <a:rPr lang="en-US" sz="3200" dirty="0">
                <a:latin typeface="Times New Roman"/>
                <a:cs typeface="Times New Roman"/>
              </a:rPr>
              <a:t>of</a:t>
            </a:r>
            <a:r>
              <a:rPr lang="en-US" sz="3200" spc="-15" dirty="0">
                <a:latin typeface="Times New Roman"/>
                <a:cs typeface="Times New Roman"/>
              </a:rPr>
              <a:t> </a:t>
            </a:r>
            <a:r>
              <a:rPr lang="en-US" sz="3200" dirty="0">
                <a:latin typeface="Times New Roman"/>
                <a:cs typeface="Times New Roman"/>
              </a:rPr>
              <a:t>entity</a:t>
            </a:r>
            <a:r>
              <a:rPr lang="en-US" sz="3200" spc="-5" dirty="0">
                <a:latin typeface="Times New Roman"/>
                <a:cs typeface="Times New Roman"/>
              </a:rPr>
              <a:t> </a:t>
            </a:r>
            <a:r>
              <a:rPr lang="en-US" sz="3200" dirty="0">
                <a:latin typeface="Times New Roman"/>
                <a:cs typeface="Times New Roman"/>
              </a:rPr>
              <a:t>goes</a:t>
            </a:r>
            <a:r>
              <a:rPr lang="en-US" sz="3200" spc="-10" dirty="0">
                <a:latin typeface="Times New Roman"/>
                <a:cs typeface="Times New Roman"/>
              </a:rPr>
              <a:t> </a:t>
            </a:r>
            <a:r>
              <a:rPr lang="en-US" sz="3200" dirty="0">
                <a:latin typeface="Times New Roman"/>
                <a:cs typeface="Times New Roman"/>
              </a:rPr>
              <a:t>inside</a:t>
            </a:r>
            <a:r>
              <a:rPr lang="en-US" sz="3200" spc="-10" dirty="0">
                <a:latin typeface="Times New Roman"/>
                <a:cs typeface="Times New Roman"/>
              </a:rPr>
              <a:t> </a:t>
            </a:r>
            <a:r>
              <a:rPr lang="en-US" sz="3200" dirty="0">
                <a:latin typeface="Times New Roman"/>
                <a:cs typeface="Times New Roman"/>
              </a:rPr>
              <a:t>the</a:t>
            </a:r>
            <a:r>
              <a:rPr lang="en-US" sz="3200" spc="-5" dirty="0">
                <a:latin typeface="Times New Roman"/>
                <a:cs typeface="Times New Roman"/>
              </a:rPr>
              <a:t> </a:t>
            </a:r>
            <a:r>
              <a:rPr lang="en-US" sz="3200" spc="-10" dirty="0">
                <a:latin typeface="Times New Roman"/>
                <a:cs typeface="Times New Roman"/>
              </a:rPr>
              <a:t>symbol</a:t>
            </a:r>
            <a:endParaRPr sz="32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Picture 31">
            <a:extLst>
              <a:ext uri="{FF2B5EF4-FFF2-40B4-BE49-F238E27FC236}">
                <a16:creationId xmlns:a16="http://schemas.microsoft.com/office/drawing/2014/main" id="{4803DA44-7AA1-9B46-B621-1B05D8D220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30480"/>
            <a:ext cx="10972800" cy="8690671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7890768" y="8086398"/>
            <a:ext cx="115570" cy="110928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spcBef>
                <a:spcPts val="25"/>
              </a:spcBef>
            </a:pPr>
            <a:r>
              <a:rPr sz="700" spc="-25" dirty="0">
                <a:latin typeface="Times New Roman"/>
                <a:cs typeface="Times New Roman"/>
              </a:rPr>
              <a:t>34</a:t>
            </a:r>
            <a:endParaRPr sz="700">
              <a:latin typeface="Times New Roman"/>
              <a:cs typeface="Times New Roman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304800" y="774192"/>
            <a:ext cx="11734799" cy="7198124"/>
          </a:xfrm>
          <a:prstGeom prst="rect">
            <a:avLst/>
          </a:prstGeom>
          <a:ln w="12953">
            <a:solidFill>
              <a:srgbClr val="000000"/>
            </a:solidFill>
          </a:ln>
        </p:spPr>
        <p:txBody>
          <a:bodyPr vert="horz" wrap="square" lIns="0" tIns="156210" rIns="0" bIns="0" rtlCol="0">
            <a:spAutoFit/>
          </a:bodyPr>
          <a:lstStyle/>
          <a:p>
            <a:pPr algn="ctr">
              <a:spcBef>
                <a:spcPts val="1230"/>
              </a:spcBef>
            </a:pPr>
            <a:r>
              <a:rPr sz="2600" b="1" spc="-10" dirty="0">
                <a:latin typeface="Times New Roman"/>
                <a:cs typeface="Times New Roman"/>
              </a:rPr>
              <a:t>Rules</a:t>
            </a:r>
            <a:endParaRPr sz="2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600" dirty="0">
              <a:latin typeface="Times New Roman"/>
              <a:cs typeface="Times New Roman"/>
            </a:endParaRPr>
          </a:p>
          <a:p>
            <a:pPr marL="553720" marR="715645" indent="-172085">
              <a:lnSpc>
                <a:spcPts val="1510"/>
              </a:lnSpc>
              <a:spcBef>
                <a:spcPts val="1780"/>
              </a:spcBef>
              <a:buChar char="•"/>
              <a:tabLst>
                <a:tab pos="554355" algn="l"/>
              </a:tabLst>
            </a:pPr>
            <a:r>
              <a:rPr sz="2600" dirty="0">
                <a:latin typeface="Times New Roman"/>
                <a:cs typeface="Times New Roman"/>
              </a:rPr>
              <a:t>Sequence</a:t>
            </a:r>
            <a:r>
              <a:rPr sz="2600" spc="-3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of</a:t>
            </a:r>
            <a:r>
              <a:rPr sz="2600" spc="-4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processes</a:t>
            </a:r>
            <a:r>
              <a:rPr sz="2600" spc="-3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must</a:t>
            </a:r>
            <a:r>
              <a:rPr sz="2600" spc="-4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move</a:t>
            </a:r>
            <a:r>
              <a:rPr sz="2600" spc="-3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from</a:t>
            </a:r>
            <a:r>
              <a:rPr sz="2600" spc="-4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left</a:t>
            </a:r>
            <a:r>
              <a:rPr sz="2600" spc="-35" dirty="0">
                <a:latin typeface="Times New Roman"/>
                <a:cs typeface="Times New Roman"/>
              </a:rPr>
              <a:t> </a:t>
            </a:r>
            <a:r>
              <a:rPr sz="2600" spc="-25" dirty="0">
                <a:latin typeface="Times New Roman"/>
                <a:cs typeface="Times New Roman"/>
              </a:rPr>
              <a:t>to </a:t>
            </a:r>
            <a:r>
              <a:rPr sz="2600" dirty="0">
                <a:latin typeface="Times New Roman"/>
                <a:cs typeface="Times New Roman"/>
              </a:rPr>
              <a:t>right,</a:t>
            </a:r>
            <a:r>
              <a:rPr sz="2600" spc="-3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top</a:t>
            </a:r>
            <a:r>
              <a:rPr sz="2600" spc="-2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to</a:t>
            </a:r>
            <a:r>
              <a:rPr sz="2600" spc="-20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bottom</a:t>
            </a:r>
            <a:endParaRPr sz="2600" dirty="0">
              <a:latin typeface="Times New Roman"/>
              <a:cs typeface="Times New Roman"/>
            </a:endParaRPr>
          </a:p>
          <a:p>
            <a:pPr marL="553720" indent="-172085">
              <a:spcBef>
                <a:spcPts val="155"/>
              </a:spcBef>
              <a:buChar char="•"/>
              <a:tabLst>
                <a:tab pos="554355" algn="l"/>
              </a:tabLst>
            </a:pPr>
            <a:r>
              <a:rPr sz="2600" dirty="0">
                <a:latin typeface="Times New Roman"/>
                <a:cs typeface="Times New Roman"/>
              </a:rPr>
              <a:t>Every</a:t>
            </a:r>
            <a:r>
              <a:rPr sz="2600" spc="-2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data</a:t>
            </a:r>
            <a:r>
              <a:rPr sz="2600" spc="-2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flow</a:t>
            </a:r>
            <a:r>
              <a:rPr sz="2600" spc="-20" dirty="0">
                <a:latin typeface="Times New Roman"/>
                <a:cs typeface="Times New Roman"/>
              </a:rPr>
              <a:t> </a:t>
            </a:r>
            <a:r>
              <a:rPr sz="2600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must</a:t>
            </a:r>
            <a:r>
              <a:rPr sz="2600" spc="-3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begin</a:t>
            </a:r>
            <a:r>
              <a:rPr sz="2600" spc="-2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or</a:t>
            </a:r>
            <a:r>
              <a:rPr sz="2600" spc="-3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end</a:t>
            </a:r>
            <a:r>
              <a:rPr sz="2600" spc="-2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at</a:t>
            </a:r>
            <a:r>
              <a:rPr sz="2600" spc="-3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a</a:t>
            </a:r>
            <a:r>
              <a:rPr sz="2600" spc="-25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process</a:t>
            </a:r>
            <a:endParaRPr sz="2600" dirty="0">
              <a:latin typeface="Times New Roman"/>
              <a:cs typeface="Times New Roman"/>
            </a:endParaRPr>
          </a:p>
          <a:p>
            <a:pPr marL="553720" indent="-172085">
              <a:spcBef>
                <a:spcPts val="185"/>
              </a:spcBef>
              <a:buChar char="•"/>
              <a:tabLst>
                <a:tab pos="554355" algn="l"/>
              </a:tabLst>
            </a:pPr>
            <a:r>
              <a:rPr sz="2600" dirty="0">
                <a:latin typeface="Times New Roman"/>
                <a:cs typeface="Times New Roman"/>
              </a:rPr>
              <a:t>Avoid black </a:t>
            </a:r>
            <a:r>
              <a:rPr sz="2600" spc="-10" dirty="0">
                <a:latin typeface="Times New Roman"/>
                <a:cs typeface="Times New Roman"/>
              </a:rPr>
              <a:t>holes</a:t>
            </a:r>
            <a:endParaRPr sz="2600" dirty="0">
              <a:latin typeface="Times New Roman"/>
              <a:cs typeface="Times New Roman"/>
            </a:endParaRPr>
          </a:p>
          <a:p>
            <a:pPr marL="553720" indent="-172085">
              <a:spcBef>
                <a:spcPts val="335"/>
              </a:spcBef>
              <a:buChar char="•"/>
              <a:tabLst>
                <a:tab pos="554355" algn="l"/>
              </a:tabLst>
            </a:pPr>
            <a:r>
              <a:rPr sz="2600" dirty="0">
                <a:latin typeface="Times New Roman"/>
                <a:cs typeface="Times New Roman"/>
              </a:rPr>
              <a:t>Avoid</a:t>
            </a:r>
            <a:r>
              <a:rPr sz="2600" spc="-2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magic</a:t>
            </a:r>
            <a:r>
              <a:rPr sz="2600" spc="-15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process</a:t>
            </a:r>
            <a:endParaRPr sz="2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600" dirty="0">
              <a:latin typeface="Times New Roman"/>
              <a:cs typeface="Times New Roman"/>
            </a:endParaRPr>
          </a:p>
          <a:p>
            <a:pPr marL="687705">
              <a:spcBef>
                <a:spcPts val="1530"/>
              </a:spcBef>
            </a:pPr>
            <a:r>
              <a:rPr lang="en-US" sz="2600" b="1" dirty="0">
                <a:latin typeface="Times New Roman"/>
                <a:cs typeface="Times New Roman"/>
              </a:rPr>
              <a:t>Business</a:t>
            </a:r>
            <a:r>
              <a:rPr lang="en-US" sz="2600" spc="-65" dirty="0">
                <a:latin typeface="Times New Roman"/>
                <a:cs typeface="Times New Roman"/>
              </a:rPr>
              <a:t> </a:t>
            </a:r>
            <a:r>
              <a:rPr lang="en-US" sz="2600" b="1" dirty="0">
                <a:latin typeface="Times New Roman"/>
                <a:cs typeface="Times New Roman"/>
              </a:rPr>
              <a:t>Processes</a:t>
            </a:r>
            <a:r>
              <a:rPr lang="en-US" sz="2600" spc="-60" dirty="0">
                <a:latin typeface="Times New Roman"/>
                <a:cs typeface="Times New Roman"/>
              </a:rPr>
              <a:t> </a:t>
            </a:r>
            <a:r>
              <a:rPr lang="en-US" sz="2600" b="1" dirty="0">
                <a:latin typeface="Times New Roman"/>
                <a:cs typeface="Times New Roman"/>
              </a:rPr>
              <a:t>and</a:t>
            </a:r>
            <a:r>
              <a:rPr lang="en-US" sz="2600" spc="-65" dirty="0">
                <a:latin typeface="Times New Roman"/>
                <a:cs typeface="Times New Roman"/>
              </a:rPr>
              <a:t> </a:t>
            </a:r>
            <a:r>
              <a:rPr lang="en-US" sz="2600" b="1" spc="-20" dirty="0">
                <a:latin typeface="Times New Roman"/>
                <a:cs typeface="Times New Roman"/>
              </a:rPr>
              <a:t>DFDs</a:t>
            </a:r>
            <a:endParaRPr lang="en-US" sz="2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lang="en-US" sz="2600" dirty="0">
              <a:latin typeface="Times New Roman"/>
              <a:cs typeface="Times New Roman"/>
            </a:endParaRPr>
          </a:p>
          <a:p>
            <a:pPr marL="553720" marR="454659" indent="-171450">
              <a:spcBef>
                <a:spcPts val="1415"/>
              </a:spcBef>
              <a:buChar char="•"/>
              <a:tabLst>
                <a:tab pos="554355" algn="l"/>
              </a:tabLst>
            </a:pPr>
            <a:r>
              <a:rPr lang="en-US" sz="2600" dirty="0">
                <a:latin typeface="Times New Roman"/>
                <a:cs typeface="Times New Roman"/>
              </a:rPr>
              <a:t>Business</a:t>
            </a:r>
            <a:r>
              <a:rPr lang="en-US" sz="2600" spc="-20" dirty="0">
                <a:latin typeface="Times New Roman"/>
                <a:cs typeface="Times New Roman"/>
              </a:rPr>
              <a:t> </a:t>
            </a:r>
            <a:r>
              <a:rPr lang="en-US" sz="2600" dirty="0">
                <a:latin typeface="Times New Roman"/>
                <a:cs typeface="Times New Roman"/>
              </a:rPr>
              <a:t>processes</a:t>
            </a:r>
            <a:r>
              <a:rPr lang="en-US" sz="2600" spc="-10" dirty="0">
                <a:latin typeface="Times New Roman"/>
                <a:cs typeface="Times New Roman"/>
              </a:rPr>
              <a:t> </a:t>
            </a:r>
            <a:r>
              <a:rPr lang="en-US" sz="2600" dirty="0">
                <a:latin typeface="Times New Roman"/>
                <a:cs typeface="Times New Roman"/>
              </a:rPr>
              <a:t>cannot</a:t>
            </a:r>
            <a:r>
              <a:rPr lang="en-US" sz="2600" spc="-10" dirty="0">
                <a:latin typeface="Times New Roman"/>
                <a:cs typeface="Times New Roman"/>
              </a:rPr>
              <a:t> </a:t>
            </a:r>
            <a:r>
              <a:rPr lang="en-US" sz="2600" dirty="0">
                <a:latin typeface="Times New Roman"/>
                <a:cs typeface="Times New Roman"/>
              </a:rPr>
              <a:t>be</a:t>
            </a:r>
            <a:r>
              <a:rPr lang="en-US" sz="2600" spc="-10" dirty="0">
                <a:latin typeface="Times New Roman"/>
                <a:cs typeface="Times New Roman"/>
              </a:rPr>
              <a:t> </a:t>
            </a:r>
            <a:r>
              <a:rPr lang="en-US" sz="2600" dirty="0">
                <a:latin typeface="Times New Roman"/>
                <a:cs typeface="Times New Roman"/>
              </a:rPr>
              <a:t>depicted</a:t>
            </a:r>
            <a:r>
              <a:rPr lang="en-US" sz="2600" spc="-10" dirty="0">
                <a:latin typeface="Times New Roman"/>
                <a:cs typeface="Times New Roman"/>
              </a:rPr>
              <a:t> </a:t>
            </a:r>
            <a:r>
              <a:rPr lang="en-US" sz="2600" spc="-20" dirty="0">
                <a:latin typeface="Times New Roman"/>
                <a:cs typeface="Times New Roman"/>
              </a:rPr>
              <a:t>with </a:t>
            </a:r>
            <a:r>
              <a:rPr lang="en-US" sz="2600" dirty="0">
                <a:latin typeface="Times New Roman"/>
                <a:cs typeface="Times New Roman"/>
              </a:rPr>
              <a:t>a</a:t>
            </a:r>
            <a:r>
              <a:rPr lang="en-US" sz="2600" spc="-20" dirty="0">
                <a:latin typeface="Times New Roman"/>
                <a:cs typeface="Times New Roman"/>
              </a:rPr>
              <a:t> </a:t>
            </a:r>
            <a:r>
              <a:rPr lang="en-US" sz="2600" dirty="0">
                <a:latin typeface="Times New Roman"/>
                <a:cs typeface="Times New Roman"/>
              </a:rPr>
              <a:t>single</a:t>
            </a:r>
            <a:r>
              <a:rPr lang="en-US" sz="2600" spc="-15" dirty="0">
                <a:latin typeface="Times New Roman"/>
                <a:cs typeface="Times New Roman"/>
              </a:rPr>
              <a:t> </a:t>
            </a:r>
            <a:r>
              <a:rPr lang="en-US" sz="2600" spc="-20" dirty="0">
                <a:latin typeface="Times New Roman"/>
                <a:cs typeface="Times New Roman"/>
              </a:rPr>
              <a:t>DFD.</a:t>
            </a:r>
            <a:endParaRPr lang="en-US" sz="2600" dirty="0">
              <a:latin typeface="Times New Roman"/>
              <a:cs typeface="Times New Roman"/>
            </a:endParaRPr>
          </a:p>
          <a:p>
            <a:pPr marL="553720" marR="646430" indent="-171450">
              <a:spcBef>
                <a:spcPts val="375"/>
              </a:spcBef>
              <a:buChar char="•"/>
              <a:tabLst>
                <a:tab pos="554355" algn="l"/>
              </a:tabLst>
            </a:pPr>
            <a:r>
              <a:rPr lang="en-US" sz="2600" dirty="0">
                <a:latin typeface="Times New Roman"/>
                <a:cs typeface="Times New Roman"/>
              </a:rPr>
              <a:t>Decomposition</a:t>
            </a:r>
            <a:r>
              <a:rPr lang="en-US" sz="2600" spc="-20" dirty="0">
                <a:latin typeface="Times New Roman"/>
                <a:cs typeface="Times New Roman"/>
              </a:rPr>
              <a:t> </a:t>
            </a:r>
            <a:r>
              <a:rPr lang="en-US" sz="2600" dirty="0">
                <a:latin typeface="Times New Roman"/>
                <a:cs typeface="Times New Roman"/>
              </a:rPr>
              <a:t>is</a:t>
            </a:r>
            <a:r>
              <a:rPr lang="en-US" sz="2600" spc="-10" dirty="0">
                <a:latin typeface="Times New Roman"/>
                <a:cs typeface="Times New Roman"/>
              </a:rPr>
              <a:t> </a:t>
            </a:r>
            <a:r>
              <a:rPr lang="en-US" sz="2600" dirty="0">
                <a:latin typeface="Times New Roman"/>
                <a:cs typeface="Times New Roman"/>
              </a:rPr>
              <a:t>used</a:t>
            </a:r>
            <a:r>
              <a:rPr lang="en-US" sz="2600" spc="-10" dirty="0">
                <a:latin typeface="Times New Roman"/>
                <a:cs typeface="Times New Roman"/>
              </a:rPr>
              <a:t> </a:t>
            </a:r>
            <a:r>
              <a:rPr lang="en-US" sz="2600" dirty="0">
                <a:latin typeface="Times New Roman"/>
                <a:cs typeface="Times New Roman"/>
              </a:rPr>
              <a:t>to</a:t>
            </a:r>
            <a:r>
              <a:rPr lang="en-US" sz="2600" spc="-10" dirty="0">
                <a:latin typeface="Times New Roman"/>
                <a:cs typeface="Times New Roman"/>
              </a:rPr>
              <a:t> </a:t>
            </a:r>
            <a:r>
              <a:rPr lang="en-US" sz="2600" dirty="0">
                <a:latin typeface="Times New Roman"/>
                <a:cs typeface="Times New Roman"/>
              </a:rPr>
              <a:t>depict</a:t>
            </a:r>
            <a:r>
              <a:rPr lang="en-US" sz="2600" spc="-10" dirty="0">
                <a:latin typeface="Times New Roman"/>
                <a:cs typeface="Times New Roman"/>
              </a:rPr>
              <a:t> business </a:t>
            </a:r>
            <a:r>
              <a:rPr lang="en-US" sz="2600" dirty="0">
                <a:latin typeface="Times New Roman"/>
                <a:cs typeface="Times New Roman"/>
              </a:rPr>
              <a:t>processes</a:t>
            </a:r>
            <a:r>
              <a:rPr lang="en-US" sz="2600" spc="-10" dirty="0">
                <a:latin typeface="Times New Roman"/>
                <a:cs typeface="Times New Roman"/>
              </a:rPr>
              <a:t> </a:t>
            </a:r>
            <a:r>
              <a:rPr lang="en-US" sz="2600" dirty="0">
                <a:latin typeface="Times New Roman"/>
                <a:cs typeface="Times New Roman"/>
              </a:rPr>
              <a:t>with</a:t>
            </a:r>
            <a:r>
              <a:rPr lang="en-US" sz="2600" spc="-10" dirty="0">
                <a:latin typeface="Times New Roman"/>
                <a:cs typeface="Times New Roman"/>
              </a:rPr>
              <a:t> </a:t>
            </a:r>
            <a:r>
              <a:rPr lang="en-US" sz="2600" dirty="0">
                <a:latin typeface="Times New Roman"/>
                <a:cs typeface="Times New Roman"/>
              </a:rPr>
              <a:t>a</a:t>
            </a:r>
            <a:r>
              <a:rPr lang="en-US" sz="2600" spc="-5" dirty="0">
                <a:latin typeface="Times New Roman"/>
                <a:cs typeface="Times New Roman"/>
              </a:rPr>
              <a:t> </a:t>
            </a:r>
            <a:r>
              <a:rPr lang="en-US" sz="2600" dirty="0">
                <a:latin typeface="Times New Roman"/>
                <a:cs typeface="Times New Roman"/>
              </a:rPr>
              <a:t>hierarchy</a:t>
            </a:r>
            <a:r>
              <a:rPr lang="en-US" sz="2600" spc="-10" dirty="0">
                <a:latin typeface="Times New Roman"/>
                <a:cs typeface="Times New Roman"/>
              </a:rPr>
              <a:t> </a:t>
            </a:r>
            <a:r>
              <a:rPr lang="en-US" sz="2600" dirty="0">
                <a:latin typeface="Times New Roman"/>
                <a:cs typeface="Times New Roman"/>
              </a:rPr>
              <a:t>of</a:t>
            </a:r>
            <a:r>
              <a:rPr lang="en-US" sz="2600" spc="-5" dirty="0">
                <a:latin typeface="Times New Roman"/>
                <a:cs typeface="Times New Roman"/>
              </a:rPr>
              <a:t> </a:t>
            </a:r>
            <a:r>
              <a:rPr lang="en-US" sz="2600" spc="-10" dirty="0">
                <a:latin typeface="Times New Roman"/>
                <a:cs typeface="Times New Roman"/>
              </a:rPr>
              <a:t>diagrams</a:t>
            </a:r>
            <a:endParaRPr lang="en-US" sz="2600" dirty="0">
              <a:latin typeface="Times New Roman"/>
              <a:cs typeface="Times New Roman"/>
            </a:endParaRPr>
          </a:p>
          <a:p>
            <a:pPr marL="610870">
              <a:spcBef>
                <a:spcPts val="350"/>
              </a:spcBef>
            </a:pPr>
            <a:r>
              <a:rPr lang="en-US" sz="2600" dirty="0">
                <a:latin typeface="Times New Roman"/>
                <a:cs typeface="Times New Roman"/>
              </a:rPr>
              <a:t>–</a:t>
            </a:r>
            <a:r>
              <a:rPr lang="en-US" sz="2600" spc="45" dirty="0">
                <a:latin typeface="Times New Roman"/>
                <a:cs typeface="Times New Roman"/>
              </a:rPr>
              <a:t> </a:t>
            </a:r>
            <a:r>
              <a:rPr lang="en-US" sz="2600" dirty="0">
                <a:latin typeface="Times New Roman"/>
                <a:cs typeface="Times New Roman"/>
              </a:rPr>
              <a:t>Parent</a:t>
            </a:r>
            <a:r>
              <a:rPr lang="en-US" sz="2600" spc="-25" dirty="0">
                <a:latin typeface="Times New Roman"/>
                <a:cs typeface="Times New Roman"/>
              </a:rPr>
              <a:t> </a:t>
            </a:r>
            <a:r>
              <a:rPr lang="en-US" sz="2600" dirty="0">
                <a:latin typeface="Times New Roman"/>
                <a:cs typeface="Times New Roman"/>
              </a:rPr>
              <a:t>and</a:t>
            </a:r>
            <a:r>
              <a:rPr lang="en-US" sz="2600" spc="-25" dirty="0">
                <a:latin typeface="Times New Roman"/>
                <a:cs typeface="Times New Roman"/>
              </a:rPr>
              <a:t> </a:t>
            </a:r>
            <a:r>
              <a:rPr lang="en-US" sz="2600" dirty="0">
                <a:latin typeface="Times New Roman"/>
                <a:cs typeface="Times New Roman"/>
              </a:rPr>
              <a:t>child</a:t>
            </a:r>
            <a:r>
              <a:rPr lang="en-US" sz="2600" spc="-30" dirty="0">
                <a:latin typeface="Times New Roman"/>
                <a:cs typeface="Times New Roman"/>
              </a:rPr>
              <a:t> </a:t>
            </a:r>
            <a:r>
              <a:rPr lang="en-US" sz="2600" spc="-10" dirty="0">
                <a:latin typeface="Times New Roman"/>
                <a:cs typeface="Times New Roman"/>
              </a:rPr>
              <a:t>diagrams</a:t>
            </a:r>
            <a:endParaRPr lang="en-US" sz="2600" dirty="0">
              <a:latin typeface="Times New Roman"/>
              <a:cs typeface="Times New Roman"/>
            </a:endParaRPr>
          </a:p>
          <a:p>
            <a:pPr marL="553720" marR="776605" indent="-171450">
              <a:spcBef>
                <a:spcPts val="370"/>
              </a:spcBef>
              <a:buChar char="•"/>
              <a:tabLst>
                <a:tab pos="554355" algn="l"/>
              </a:tabLst>
            </a:pPr>
            <a:r>
              <a:rPr lang="en-US" sz="2600" dirty="0">
                <a:latin typeface="Times New Roman"/>
                <a:cs typeface="Times New Roman"/>
              </a:rPr>
              <a:t>Balancing</a:t>
            </a:r>
            <a:r>
              <a:rPr lang="en-US" sz="2600" spc="-5" dirty="0">
                <a:latin typeface="Times New Roman"/>
                <a:cs typeface="Times New Roman"/>
              </a:rPr>
              <a:t> </a:t>
            </a:r>
            <a:r>
              <a:rPr lang="en-US" sz="2600" dirty="0">
                <a:latin typeface="Times New Roman"/>
                <a:cs typeface="Times New Roman"/>
              </a:rPr>
              <a:t>is</a:t>
            </a:r>
            <a:r>
              <a:rPr lang="en-US" sz="2600" spc="-5" dirty="0">
                <a:latin typeface="Times New Roman"/>
                <a:cs typeface="Times New Roman"/>
              </a:rPr>
              <a:t> </a:t>
            </a:r>
            <a:r>
              <a:rPr lang="en-US" sz="2600" dirty="0">
                <a:latin typeface="Times New Roman"/>
                <a:cs typeface="Times New Roman"/>
              </a:rPr>
              <a:t>used</a:t>
            </a:r>
            <a:r>
              <a:rPr lang="en-US" sz="2600" spc="-5" dirty="0">
                <a:latin typeface="Times New Roman"/>
                <a:cs typeface="Times New Roman"/>
              </a:rPr>
              <a:t> </a:t>
            </a:r>
            <a:r>
              <a:rPr lang="en-US" sz="2600" dirty="0">
                <a:latin typeface="Times New Roman"/>
                <a:cs typeface="Times New Roman"/>
              </a:rPr>
              <a:t>to</a:t>
            </a:r>
            <a:r>
              <a:rPr lang="en-US" sz="2600" spc="-5" dirty="0">
                <a:latin typeface="Times New Roman"/>
                <a:cs typeface="Times New Roman"/>
              </a:rPr>
              <a:t> </a:t>
            </a:r>
            <a:r>
              <a:rPr lang="en-US" sz="2600" dirty="0">
                <a:latin typeface="Times New Roman"/>
                <a:cs typeface="Times New Roman"/>
              </a:rPr>
              <a:t>ensure</a:t>
            </a:r>
            <a:r>
              <a:rPr lang="en-US" sz="2600" spc="-5" dirty="0">
                <a:latin typeface="Times New Roman"/>
                <a:cs typeface="Times New Roman"/>
              </a:rPr>
              <a:t> </a:t>
            </a:r>
            <a:r>
              <a:rPr lang="en-US" sz="2600" dirty="0">
                <a:latin typeface="Times New Roman"/>
                <a:cs typeface="Times New Roman"/>
              </a:rPr>
              <a:t>accuracy </a:t>
            </a:r>
            <a:r>
              <a:rPr lang="en-US" sz="2600" spc="-25" dirty="0">
                <a:latin typeface="Times New Roman"/>
                <a:cs typeface="Times New Roman"/>
              </a:rPr>
              <a:t>of </a:t>
            </a:r>
            <a:r>
              <a:rPr lang="en-US" sz="2600" dirty="0">
                <a:latin typeface="Times New Roman"/>
                <a:cs typeface="Times New Roman"/>
              </a:rPr>
              <a:t>diagrams</a:t>
            </a:r>
            <a:r>
              <a:rPr lang="en-US" sz="2600" spc="-15" dirty="0">
                <a:latin typeface="Times New Roman"/>
                <a:cs typeface="Times New Roman"/>
              </a:rPr>
              <a:t> </a:t>
            </a:r>
            <a:r>
              <a:rPr lang="en-US" sz="2600" dirty="0">
                <a:latin typeface="Times New Roman"/>
                <a:cs typeface="Times New Roman"/>
              </a:rPr>
              <a:t>at</a:t>
            </a:r>
            <a:r>
              <a:rPr lang="en-US" sz="2600" spc="-15" dirty="0">
                <a:latin typeface="Times New Roman"/>
                <a:cs typeface="Times New Roman"/>
              </a:rPr>
              <a:t> </a:t>
            </a:r>
            <a:r>
              <a:rPr lang="en-US" sz="2600" dirty="0">
                <a:latin typeface="Times New Roman"/>
                <a:cs typeface="Times New Roman"/>
              </a:rPr>
              <a:t>all</a:t>
            </a:r>
            <a:r>
              <a:rPr lang="en-US" sz="2600" spc="-15" dirty="0">
                <a:latin typeface="Times New Roman"/>
                <a:cs typeface="Times New Roman"/>
              </a:rPr>
              <a:t> </a:t>
            </a:r>
            <a:r>
              <a:rPr lang="en-US" sz="2600" dirty="0">
                <a:latin typeface="Times New Roman"/>
                <a:cs typeface="Times New Roman"/>
              </a:rPr>
              <a:t>levels</a:t>
            </a:r>
            <a:r>
              <a:rPr lang="en-US" sz="2600" spc="-15" dirty="0">
                <a:latin typeface="Times New Roman"/>
                <a:cs typeface="Times New Roman"/>
              </a:rPr>
              <a:t> </a:t>
            </a:r>
            <a:r>
              <a:rPr lang="en-US" sz="2600" dirty="0">
                <a:latin typeface="Times New Roman"/>
                <a:cs typeface="Times New Roman"/>
              </a:rPr>
              <a:t>in</a:t>
            </a:r>
            <a:r>
              <a:rPr lang="en-US" sz="2600" spc="-15" dirty="0">
                <a:latin typeface="Times New Roman"/>
                <a:cs typeface="Times New Roman"/>
              </a:rPr>
              <a:t> </a:t>
            </a:r>
            <a:r>
              <a:rPr lang="en-US" sz="2600" dirty="0">
                <a:latin typeface="Times New Roman"/>
                <a:cs typeface="Times New Roman"/>
              </a:rPr>
              <a:t>the</a:t>
            </a:r>
            <a:r>
              <a:rPr lang="en-US" sz="2600" spc="-15" dirty="0">
                <a:latin typeface="Times New Roman"/>
                <a:cs typeface="Times New Roman"/>
              </a:rPr>
              <a:t> </a:t>
            </a:r>
            <a:r>
              <a:rPr lang="en-US" sz="2600" spc="-10" dirty="0">
                <a:latin typeface="Times New Roman"/>
                <a:cs typeface="Times New Roman"/>
              </a:rPr>
              <a:t>hierarchy</a:t>
            </a:r>
            <a:endParaRPr sz="2600" dirty="0">
              <a:latin typeface="Times New Roman"/>
              <a:cs typeface="Times New Roman"/>
            </a:endParaRPr>
          </a:p>
          <a:p>
            <a:pPr>
              <a:spcBef>
                <a:spcPts val="20"/>
              </a:spcBef>
            </a:pPr>
            <a:endParaRPr sz="2600" dirty="0">
              <a:latin typeface="Times New Roman"/>
              <a:cs typeface="Times New Roman"/>
            </a:endParaRPr>
          </a:p>
          <a:p>
            <a:pPr marR="374015" algn="r"/>
            <a:r>
              <a:rPr sz="2600" spc="-25" dirty="0">
                <a:latin typeface="Times New Roman"/>
                <a:cs typeface="Times New Roman"/>
              </a:rPr>
              <a:t>33</a:t>
            </a:r>
            <a:endParaRPr sz="26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7890768" y="8086398"/>
            <a:ext cx="115570" cy="110928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spcBef>
                <a:spcPts val="25"/>
              </a:spcBef>
            </a:pPr>
            <a:r>
              <a:rPr sz="700" spc="-25" dirty="0">
                <a:latin typeface="Times New Roman"/>
                <a:cs typeface="Times New Roman"/>
              </a:rPr>
              <a:t>36</a:t>
            </a:r>
            <a:endParaRPr sz="700">
              <a:latin typeface="Times New Roman"/>
              <a:cs typeface="Times New Roman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152400" y="228600"/>
            <a:ext cx="11582399" cy="8308685"/>
          </a:xfrm>
          <a:prstGeom prst="rect">
            <a:avLst/>
          </a:prstGeom>
          <a:ln w="12953">
            <a:solidFill>
              <a:srgbClr val="000000"/>
            </a:solidFill>
          </a:ln>
        </p:spPr>
        <p:txBody>
          <a:bodyPr vert="horz" wrap="square" lIns="0" tIns="156210" rIns="0" bIns="0" rtlCol="0">
            <a:spAutoFit/>
          </a:bodyPr>
          <a:lstStyle/>
          <a:p>
            <a:pPr marL="635" algn="ctr">
              <a:spcBef>
                <a:spcPts val="1230"/>
              </a:spcBef>
            </a:pPr>
            <a:r>
              <a:rPr sz="2600" b="1" dirty="0">
                <a:latin typeface="Times New Roman"/>
                <a:cs typeface="Times New Roman"/>
              </a:rPr>
              <a:t>Steps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b="1" dirty="0">
                <a:latin typeface="Times New Roman"/>
                <a:cs typeface="Times New Roman"/>
              </a:rPr>
              <a:t>in</a:t>
            </a:r>
            <a:r>
              <a:rPr sz="2600" spc="-55" dirty="0">
                <a:latin typeface="Times New Roman"/>
                <a:cs typeface="Times New Roman"/>
              </a:rPr>
              <a:t> </a:t>
            </a:r>
            <a:r>
              <a:rPr sz="2600" b="1" dirty="0">
                <a:latin typeface="Times New Roman"/>
                <a:cs typeface="Times New Roman"/>
              </a:rPr>
              <a:t>constructing</a:t>
            </a:r>
            <a:r>
              <a:rPr sz="2600" spc="-55" dirty="0">
                <a:latin typeface="Times New Roman"/>
                <a:cs typeface="Times New Roman"/>
              </a:rPr>
              <a:t> </a:t>
            </a:r>
            <a:r>
              <a:rPr sz="2600" b="1" spc="-20" dirty="0">
                <a:latin typeface="Times New Roman"/>
                <a:cs typeface="Times New Roman"/>
              </a:rPr>
              <a:t>DFDs</a:t>
            </a:r>
            <a:endParaRPr sz="2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600" dirty="0">
              <a:latin typeface="Times New Roman"/>
              <a:cs typeface="Times New Roman"/>
            </a:endParaRPr>
          </a:p>
          <a:p>
            <a:pPr marL="553720" indent="-172085">
              <a:spcBef>
                <a:spcPts val="1725"/>
              </a:spcBef>
              <a:buChar char="•"/>
              <a:tabLst>
                <a:tab pos="554355" algn="l"/>
              </a:tabLst>
            </a:pPr>
            <a:r>
              <a:rPr sz="2600" dirty="0">
                <a:latin typeface="Times New Roman"/>
                <a:cs typeface="Times New Roman"/>
              </a:rPr>
              <a:t>Create</a:t>
            </a:r>
            <a:r>
              <a:rPr sz="2600" spc="-4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a</a:t>
            </a:r>
            <a:r>
              <a:rPr sz="2600" spc="-4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context</a:t>
            </a:r>
            <a:r>
              <a:rPr sz="2600" spc="-40" dirty="0">
                <a:latin typeface="Times New Roman"/>
                <a:cs typeface="Times New Roman"/>
              </a:rPr>
              <a:t> </a:t>
            </a:r>
            <a:r>
              <a:rPr sz="2600" spc="-25" dirty="0">
                <a:latin typeface="Times New Roman"/>
                <a:cs typeface="Times New Roman"/>
              </a:rPr>
              <a:t>DFD</a:t>
            </a:r>
            <a:endParaRPr sz="2600" dirty="0">
              <a:latin typeface="Times New Roman"/>
              <a:cs typeface="Times New Roman"/>
            </a:endParaRPr>
          </a:p>
          <a:p>
            <a:pPr marL="553720" indent="-172085">
              <a:spcBef>
                <a:spcPts val="345"/>
              </a:spcBef>
              <a:buChar char="•"/>
              <a:tabLst>
                <a:tab pos="554355" algn="l"/>
              </a:tabLst>
            </a:pPr>
            <a:r>
              <a:rPr sz="2600" dirty="0">
                <a:latin typeface="Times New Roman"/>
                <a:cs typeface="Times New Roman"/>
              </a:rPr>
              <a:t>Create</a:t>
            </a:r>
            <a:r>
              <a:rPr sz="2600" spc="-4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DFD</a:t>
            </a:r>
            <a:r>
              <a:rPr sz="2600" spc="-40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fragments</a:t>
            </a:r>
            <a:endParaRPr sz="2600" dirty="0">
              <a:latin typeface="Times New Roman"/>
              <a:cs typeface="Times New Roman"/>
            </a:endParaRPr>
          </a:p>
          <a:p>
            <a:pPr marL="553720" indent="-172085">
              <a:spcBef>
                <a:spcPts val="335"/>
              </a:spcBef>
              <a:buChar char="•"/>
              <a:tabLst>
                <a:tab pos="554355" algn="l"/>
              </a:tabLst>
            </a:pPr>
            <a:r>
              <a:rPr sz="2600" dirty="0">
                <a:latin typeface="Times New Roman"/>
                <a:cs typeface="Times New Roman"/>
              </a:rPr>
              <a:t>Create</a:t>
            </a:r>
            <a:r>
              <a:rPr sz="2600" spc="-3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level</a:t>
            </a:r>
            <a:r>
              <a:rPr sz="2600" spc="-3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0</a:t>
            </a:r>
            <a:r>
              <a:rPr sz="2600" spc="-30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diagram</a:t>
            </a:r>
            <a:endParaRPr sz="2600" dirty="0">
              <a:latin typeface="Times New Roman"/>
              <a:cs typeface="Times New Roman"/>
            </a:endParaRPr>
          </a:p>
          <a:p>
            <a:pPr marL="553720" indent="-172085">
              <a:spcBef>
                <a:spcPts val="340"/>
              </a:spcBef>
              <a:buChar char="•"/>
              <a:tabLst>
                <a:tab pos="554355" algn="l"/>
              </a:tabLst>
            </a:pPr>
            <a:r>
              <a:rPr sz="2600" dirty="0">
                <a:latin typeface="Times New Roman"/>
                <a:cs typeface="Times New Roman"/>
              </a:rPr>
              <a:t>Create</a:t>
            </a:r>
            <a:r>
              <a:rPr sz="2600" spc="-4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level</a:t>
            </a:r>
            <a:r>
              <a:rPr sz="2600" spc="-4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1,…,level</a:t>
            </a:r>
            <a:r>
              <a:rPr sz="2600" spc="-3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n</a:t>
            </a:r>
            <a:r>
              <a:rPr sz="2600" spc="-40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diagrams</a:t>
            </a:r>
            <a:endParaRPr sz="2600" dirty="0">
              <a:latin typeface="Times New Roman"/>
              <a:cs typeface="Times New Roman"/>
            </a:endParaRPr>
          </a:p>
          <a:p>
            <a:pPr marL="553720" indent="-172085">
              <a:spcBef>
                <a:spcPts val="340"/>
              </a:spcBef>
              <a:buChar char="•"/>
              <a:tabLst>
                <a:tab pos="554355" algn="l"/>
              </a:tabLst>
            </a:pPr>
            <a:r>
              <a:rPr sz="2600" dirty="0">
                <a:latin typeface="Times New Roman"/>
                <a:cs typeface="Times New Roman"/>
              </a:rPr>
              <a:t>Validate</a:t>
            </a:r>
            <a:r>
              <a:rPr sz="2600" spc="-50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diagrams</a:t>
            </a:r>
            <a:r>
              <a:rPr sz="2600" spc="-50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created</a:t>
            </a:r>
            <a:endParaRPr sz="2600" dirty="0">
              <a:latin typeface="Times New Roman"/>
              <a:cs typeface="Times New Roman"/>
            </a:endParaRPr>
          </a:p>
          <a:p>
            <a:pPr algn="ctr">
              <a:spcBef>
                <a:spcPts val="1230"/>
              </a:spcBef>
            </a:pPr>
            <a:r>
              <a:rPr lang="en-US" sz="2600" b="1" dirty="0">
                <a:latin typeface="Times New Roman"/>
                <a:cs typeface="Times New Roman"/>
              </a:rPr>
              <a:t>Functional</a:t>
            </a:r>
            <a:r>
              <a:rPr lang="en-US" sz="2600" spc="-100" dirty="0">
                <a:latin typeface="Times New Roman"/>
                <a:cs typeface="Times New Roman"/>
              </a:rPr>
              <a:t> </a:t>
            </a:r>
            <a:r>
              <a:rPr lang="en-US" sz="2600" b="1" spc="-10" dirty="0">
                <a:latin typeface="Times New Roman"/>
                <a:cs typeface="Times New Roman"/>
              </a:rPr>
              <a:t>decomposition</a:t>
            </a:r>
            <a:endParaRPr lang="en-US" sz="2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lang="en-US" sz="2600" dirty="0">
              <a:latin typeface="Times New Roman"/>
              <a:cs typeface="Times New Roman"/>
            </a:endParaRPr>
          </a:p>
          <a:p>
            <a:pPr marL="553720" indent="-172085">
              <a:spcBef>
                <a:spcPts val="1725"/>
              </a:spcBef>
              <a:buChar char="•"/>
              <a:tabLst>
                <a:tab pos="554355" algn="l"/>
              </a:tabLst>
            </a:pPr>
            <a:r>
              <a:rPr lang="en-US" sz="2600" dirty="0">
                <a:latin typeface="Times New Roman"/>
                <a:cs typeface="Times New Roman"/>
              </a:rPr>
              <a:t>Once</a:t>
            </a:r>
            <a:r>
              <a:rPr lang="en-US" sz="2600" spc="-35" dirty="0">
                <a:latin typeface="Times New Roman"/>
                <a:cs typeface="Times New Roman"/>
              </a:rPr>
              <a:t> </a:t>
            </a:r>
            <a:r>
              <a:rPr lang="en-US" sz="2600" dirty="0">
                <a:latin typeface="Times New Roman"/>
                <a:cs typeface="Times New Roman"/>
              </a:rPr>
              <a:t>a</a:t>
            </a:r>
            <a:r>
              <a:rPr lang="en-US" sz="2600" spc="-30" dirty="0">
                <a:latin typeface="Times New Roman"/>
                <a:cs typeface="Times New Roman"/>
              </a:rPr>
              <a:t> </a:t>
            </a:r>
            <a:r>
              <a:rPr lang="en-US" sz="2600" dirty="0">
                <a:latin typeface="Times New Roman"/>
                <a:cs typeface="Times New Roman"/>
              </a:rPr>
              <a:t>context</a:t>
            </a:r>
            <a:r>
              <a:rPr lang="en-US" sz="2600" spc="-30" dirty="0">
                <a:latin typeface="Times New Roman"/>
                <a:cs typeface="Times New Roman"/>
              </a:rPr>
              <a:t> </a:t>
            </a:r>
            <a:r>
              <a:rPr lang="en-US" sz="2600" dirty="0">
                <a:latin typeface="Times New Roman"/>
                <a:cs typeface="Times New Roman"/>
              </a:rPr>
              <a:t>DFD</a:t>
            </a:r>
            <a:r>
              <a:rPr lang="en-US" sz="2600" spc="-30" dirty="0">
                <a:latin typeface="Times New Roman"/>
                <a:cs typeface="Times New Roman"/>
              </a:rPr>
              <a:t> </a:t>
            </a:r>
            <a:r>
              <a:rPr lang="en-US" sz="2600" dirty="0">
                <a:latin typeface="Times New Roman"/>
                <a:cs typeface="Times New Roman"/>
              </a:rPr>
              <a:t>is</a:t>
            </a:r>
            <a:r>
              <a:rPr lang="en-US" sz="2600" spc="-25" dirty="0">
                <a:latin typeface="Times New Roman"/>
                <a:cs typeface="Times New Roman"/>
              </a:rPr>
              <a:t> </a:t>
            </a:r>
            <a:r>
              <a:rPr lang="en-US" sz="2600" spc="-10" dirty="0">
                <a:latin typeface="Times New Roman"/>
                <a:cs typeface="Times New Roman"/>
              </a:rPr>
              <a:t>created,</a:t>
            </a:r>
            <a:endParaRPr lang="en-US" sz="2600" dirty="0">
              <a:latin typeface="Times New Roman"/>
              <a:cs typeface="Times New Roman"/>
            </a:endParaRPr>
          </a:p>
          <a:p>
            <a:pPr marL="754380" lvl="1" indent="-143510">
              <a:spcBef>
                <a:spcPts val="290"/>
              </a:spcBef>
              <a:buChar char="–"/>
              <a:tabLst>
                <a:tab pos="754380" algn="l"/>
              </a:tabLst>
            </a:pPr>
            <a:r>
              <a:rPr lang="en-US" sz="2600" dirty="0">
                <a:latin typeface="Times New Roman"/>
                <a:cs typeface="Times New Roman"/>
              </a:rPr>
              <a:t>then</a:t>
            </a:r>
            <a:r>
              <a:rPr lang="en-US" sz="2600" spc="-20" dirty="0">
                <a:latin typeface="Times New Roman"/>
                <a:cs typeface="Times New Roman"/>
              </a:rPr>
              <a:t> </a:t>
            </a:r>
            <a:r>
              <a:rPr lang="en-US" sz="2600" dirty="0">
                <a:latin typeface="Times New Roman"/>
                <a:cs typeface="Times New Roman"/>
              </a:rPr>
              <a:t>create</a:t>
            </a:r>
            <a:r>
              <a:rPr lang="en-US" sz="2600" spc="-20" dirty="0">
                <a:latin typeface="Times New Roman"/>
                <a:cs typeface="Times New Roman"/>
              </a:rPr>
              <a:t> </a:t>
            </a:r>
            <a:r>
              <a:rPr lang="en-US" sz="2600" dirty="0">
                <a:latin typeface="Times New Roman"/>
                <a:cs typeface="Times New Roman"/>
              </a:rPr>
              <a:t>Level</a:t>
            </a:r>
            <a:r>
              <a:rPr lang="en-US" sz="2600" spc="-20" dirty="0">
                <a:latin typeface="Times New Roman"/>
                <a:cs typeface="Times New Roman"/>
              </a:rPr>
              <a:t> </a:t>
            </a:r>
            <a:r>
              <a:rPr lang="en-US" sz="2600" dirty="0">
                <a:latin typeface="Times New Roman"/>
                <a:cs typeface="Times New Roman"/>
              </a:rPr>
              <a:t>0</a:t>
            </a:r>
            <a:r>
              <a:rPr lang="en-US" sz="2600" spc="-15" dirty="0">
                <a:latin typeface="Times New Roman"/>
                <a:cs typeface="Times New Roman"/>
              </a:rPr>
              <a:t> </a:t>
            </a:r>
            <a:r>
              <a:rPr lang="en-US" sz="2600" spc="-25" dirty="0">
                <a:latin typeface="Times New Roman"/>
                <a:cs typeface="Times New Roman"/>
              </a:rPr>
              <a:t>DFD</a:t>
            </a:r>
            <a:endParaRPr lang="en-US" sz="2600" dirty="0">
              <a:latin typeface="Times New Roman"/>
              <a:cs typeface="Times New Roman"/>
            </a:endParaRPr>
          </a:p>
          <a:p>
            <a:pPr marL="553720" marR="1144270" indent="-172085">
              <a:spcBef>
                <a:spcPts val="335"/>
              </a:spcBef>
              <a:buChar char="•"/>
              <a:tabLst>
                <a:tab pos="554355" algn="l"/>
              </a:tabLst>
            </a:pPr>
            <a:r>
              <a:rPr lang="en-US" sz="2600" dirty="0">
                <a:latin typeface="Times New Roman"/>
                <a:cs typeface="Times New Roman"/>
              </a:rPr>
              <a:t>Processes</a:t>
            </a:r>
            <a:r>
              <a:rPr lang="en-US" sz="2600" spc="-35" dirty="0">
                <a:latin typeface="Times New Roman"/>
                <a:cs typeface="Times New Roman"/>
              </a:rPr>
              <a:t> </a:t>
            </a:r>
            <a:r>
              <a:rPr lang="en-US" sz="2600" dirty="0">
                <a:latin typeface="Times New Roman"/>
                <a:cs typeface="Times New Roman"/>
              </a:rPr>
              <a:t>from</a:t>
            </a:r>
            <a:r>
              <a:rPr lang="en-US" sz="2600" spc="-35" dirty="0">
                <a:latin typeface="Times New Roman"/>
                <a:cs typeface="Times New Roman"/>
              </a:rPr>
              <a:t> </a:t>
            </a:r>
            <a:r>
              <a:rPr lang="en-US" sz="2600" dirty="0">
                <a:latin typeface="Times New Roman"/>
                <a:cs typeface="Times New Roman"/>
              </a:rPr>
              <a:t>Level</a:t>
            </a:r>
            <a:r>
              <a:rPr lang="en-US" sz="2600" spc="-30" dirty="0">
                <a:latin typeface="Times New Roman"/>
                <a:cs typeface="Times New Roman"/>
              </a:rPr>
              <a:t> </a:t>
            </a:r>
            <a:r>
              <a:rPr lang="en-US" sz="2600" dirty="0">
                <a:latin typeface="Times New Roman"/>
                <a:cs typeface="Times New Roman"/>
              </a:rPr>
              <a:t>0</a:t>
            </a:r>
            <a:r>
              <a:rPr lang="en-US" sz="2600" spc="-30" dirty="0">
                <a:latin typeface="Times New Roman"/>
                <a:cs typeface="Times New Roman"/>
              </a:rPr>
              <a:t> </a:t>
            </a:r>
            <a:r>
              <a:rPr lang="en-US" sz="2600" dirty="0">
                <a:latin typeface="Times New Roman"/>
                <a:cs typeface="Times New Roman"/>
              </a:rPr>
              <a:t>DFD</a:t>
            </a:r>
            <a:r>
              <a:rPr lang="en-US" sz="2600" spc="-30" dirty="0">
                <a:latin typeface="Times New Roman"/>
                <a:cs typeface="Times New Roman"/>
              </a:rPr>
              <a:t> </a:t>
            </a:r>
            <a:r>
              <a:rPr lang="en-US" sz="2600" dirty="0">
                <a:latin typeface="Times New Roman"/>
                <a:cs typeface="Times New Roman"/>
              </a:rPr>
              <a:t>are</a:t>
            </a:r>
            <a:r>
              <a:rPr lang="en-US" sz="2600" spc="-30" dirty="0">
                <a:latin typeface="Times New Roman"/>
                <a:cs typeface="Times New Roman"/>
              </a:rPr>
              <a:t> </a:t>
            </a:r>
            <a:r>
              <a:rPr lang="en-US" sz="2600" spc="-10" dirty="0">
                <a:latin typeface="Times New Roman"/>
                <a:cs typeface="Times New Roman"/>
              </a:rPr>
              <a:t>further decomposed</a:t>
            </a:r>
            <a:endParaRPr lang="en-US" sz="2600" dirty="0">
              <a:latin typeface="Times New Roman"/>
              <a:cs typeface="Times New Roman"/>
            </a:endParaRPr>
          </a:p>
          <a:p>
            <a:pPr marL="754380" lvl="1" indent="-143510">
              <a:spcBef>
                <a:spcPts val="290"/>
              </a:spcBef>
              <a:buChar char="–"/>
              <a:tabLst>
                <a:tab pos="754380" algn="l"/>
              </a:tabLst>
            </a:pPr>
            <a:r>
              <a:rPr lang="en-US" sz="2600" dirty="0">
                <a:latin typeface="Times New Roman"/>
                <a:cs typeface="Times New Roman"/>
              </a:rPr>
              <a:t>until</a:t>
            </a:r>
            <a:r>
              <a:rPr lang="en-US" sz="2600" spc="-25" dirty="0">
                <a:latin typeface="Times New Roman"/>
                <a:cs typeface="Times New Roman"/>
              </a:rPr>
              <a:t> </a:t>
            </a:r>
            <a:r>
              <a:rPr lang="en-US" sz="2600" dirty="0">
                <a:latin typeface="Times New Roman"/>
                <a:cs typeface="Times New Roman"/>
              </a:rPr>
              <a:t>a</a:t>
            </a:r>
            <a:r>
              <a:rPr lang="en-US" sz="2600" spc="-10" dirty="0">
                <a:latin typeface="Times New Roman"/>
                <a:cs typeface="Times New Roman"/>
              </a:rPr>
              <a:t> </a:t>
            </a:r>
            <a:r>
              <a:rPr lang="en-US" sz="2600" dirty="0">
                <a:latin typeface="Times New Roman"/>
                <a:cs typeface="Times New Roman"/>
              </a:rPr>
              <a:t>sufficient</a:t>
            </a:r>
            <a:r>
              <a:rPr lang="en-US" sz="2600" spc="-10" dirty="0">
                <a:latin typeface="Times New Roman"/>
                <a:cs typeface="Times New Roman"/>
              </a:rPr>
              <a:t> </a:t>
            </a:r>
            <a:r>
              <a:rPr lang="en-US" sz="2600" dirty="0">
                <a:latin typeface="Times New Roman"/>
                <a:cs typeface="Times New Roman"/>
              </a:rPr>
              <a:t>level</a:t>
            </a:r>
            <a:r>
              <a:rPr lang="en-US" sz="2600" spc="-15" dirty="0">
                <a:latin typeface="Times New Roman"/>
                <a:cs typeface="Times New Roman"/>
              </a:rPr>
              <a:t> </a:t>
            </a:r>
            <a:r>
              <a:rPr lang="en-US" sz="2600" dirty="0">
                <a:latin typeface="Times New Roman"/>
                <a:cs typeface="Times New Roman"/>
              </a:rPr>
              <a:t>of</a:t>
            </a:r>
            <a:r>
              <a:rPr lang="en-US" sz="2600" spc="-15" dirty="0">
                <a:latin typeface="Times New Roman"/>
                <a:cs typeface="Times New Roman"/>
              </a:rPr>
              <a:t> </a:t>
            </a:r>
            <a:r>
              <a:rPr lang="en-US" sz="2600" dirty="0">
                <a:latin typeface="Times New Roman"/>
                <a:cs typeface="Times New Roman"/>
              </a:rPr>
              <a:t>detail</a:t>
            </a:r>
            <a:r>
              <a:rPr lang="en-US" sz="2600" spc="-10" dirty="0">
                <a:latin typeface="Times New Roman"/>
                <a:cs typeface="Times New Roman"/>
              </a:rPr>
              <a:t> </a:t>
            </a:r>
            <a:r>
              <a:rPr lang="en-US" sz="2600" dirty="0">
                <a:latin typeface="Times New Roman"/>
                <a:cs typeface="Times New Roman"/>
              </a:rPr>
              <a:t>is</a:t>
            </a:r>
            <a:r>
              <a:rPr lang="en-US" sz="2600" spc="-10" dirty="0">
                <a:latin typeface="Times New Roman"/>
                <a:cs typeface="Times New Roman"/>
              </a:rPr>
              <a:t> reached</a:t>
            </a:r>
            <a:endParaRPr lang="en-US" sz="2600" dirty="0">
              <a:latin typeface="Times New Roman"/>
              <a:cs typeface="Times New Roman"/>
            </a:endParaRPr>
          </a:p>
          <a:p>
            <a:pPr marL="553720" marR="469900" indent="-172085">
              <a:spcBef>
                <a:spcPts val="340"/>
              </a:spcBef>
              <a:buChar char="•"/>
              <a:tabLst>
                <a:tab pos="554355" algn="l"/>
              </a:tabLst>
            </a:pPr>
            <a:r>
              <a:rPr lang="en-US" sz="2600" dirty="0">
                <a:latin typeface="Times New Roman"/>
                <a:cs typeface="Times New Roman"/>
              </a:rPr>
              <a:t>Do</a:t>
            </a:r>
            <a:r>
              <a:rPr lang="en-US" sz="2600" spc="-30" dirty="0">
                <a:latin typeface="Times New Roman"/>
                <a:cs typeface="Times New Roman"/>
              </a:rPr>
              <a:t> </a:t>
            </a:r>
            <a:r>
              <a:rPr lang="en-US" sz="2600" dirty="0">
                <a:latin typeface="Times New Roman"/>
                <a:cs typeface="Times New Roman"/>
              </a:rPr>
              <a:t>it</a:t>
            </a:r>
            <a:r>
              <a:rPr lang="en-US" sz="2600" spc="-30" dirty="0">
                <a:latin typeface="Times New Roman"/>
                <a:cs typeface="Times New Roman"/>
              </a:rPr>
              <a:t> </a:t>
            </a:r>
            <a:r>
              <a:rPr lang="en-US" sz="2600" dirty="0">
                <a:latin typeface="Times New Roman"/>
                <a:cs typeface="Times New Roman"/>
              </a:rPr>
              <a:t>until</a:t>
            </a:r>
            <a:r>
              <a:rPr lang="en-US" sz="2600" spc="-30" dirty="0">
                <a:latin typeface="Times New Roman"/>
                <a:cs typeface="Times New Roman"/>
              </a:rPr>
              <a:t> </a:t>
            </a:r>
            <a:r>
              <a:rPr lang="en-US" sz="2600" dirty="0">
                <a:latin typeface="Times New Roman"/>
                <a:cs typeface="Times New Roman"/>
              </a:rPr>
              <a:t>no</a:t>
            </a:r>
            <a:r>
              <a:rPr lang="en-US" sz="2600" spc="-30" dirty="0">
                <a:latin typeface="Times New Roman"/>
                <a:cs typeface="Times New Roman"/>
              </a:rPr>
              <a:t> </a:t>
            </a:r>
            <a:r>
              <a:rPr lang="en-US" sz="2600" dirty="0">
                <a:latin typeface="Times New Roman"/>
                <a:cs typeface="Times New Roman"/>
              </a:rPr>
              <a:t>sub</a:t>
            </a:r>
            <a:r>
              <a:rPr lang="en-US" sz="2600" spc="-30" dirty="0">
                <a:latin typeface="Times New Roman"/>
                <a:cs typeface="Times New Roman"/>
              </a:rPr>
              <a:t> </a:t>
            </a:r>
            <a:r>
              <a:rPr lang="en-US" sz="2600" dirty="0">
                <a:latin typeface="Times New Roman"/>
                <a:cs typeface="Times New Roman"/>
              </a:rPr>
              <a:t>process</a:t>
            </a:r>
            <a:r>
              <a:rPr lang="en-US" sz="2600" spc="-30" dirty="0">
                <a:latin typeface="Times New Roman"/>
                <a:cs typeface="Times New Roman"/>
              </a:rPr>
              <a:t> </a:t>
            </a:r>
            <a:r>
              <a:rPr lang="en-US" sz="2600" dirty="0">
                <a:latin typeface="Times New Roman"/>
                <a:cs typeface="Times New Roman"/>
              </a:rPr>
              <a:t>can</a:t>
            </a:r>
            <a:r>
              <a:rPr lang="en-US" sz="2600" spc="-30" dirty="0">
                <a:latin typeface="Times New Roman"/>
                <a:cs typeface="Times New Roman"/>
              </a:rPr>
              <a:t> </a:t>
            </a:r>
            <a:r>
              <a:rPr lang="en-US" sz="2600" dirty="0">
                <a:latin typeface="Times New Roman"/>
                <a:cs typeface="Times New Roman"/>
              </a:rPr>
              <a:t>logically</a:t>
            </a:r>
            <a:r>
              <a:rPr lang="en-US" sz="2600" spc="-25" dirty="0">
                <a:latin typeface="Times New Roman"/>
                <a:cs typeface="Times New Roman"/>
              </a:rPr>
              <a:t> </a:t>
            </a:r>
            <a:r>
              <a:rPr lang="en-US" sz="2600" dirty="0">
                <a:latin typeface="Times New Roman"/>
                <a:cs typeface="Times New Roman"/>
              </a:rPr>
              <a:t>be</a:t>
            </a:r>
            <a:r>
              <a:rPr lang="en-US" sz="2600" spc="-30" dirty="0">
                <a:latin typeface="Times New Roman"/>
                <a:cs typeface="Times New Roman"/>
              </a:rPr>
              <a:t> </a:t>
            </a:r>
            <a:r>
              <a:rPr lang="en-US" sz="2600" spc="-10" dirty="0">
                <a:latin typeface="Times New Roman"/>
                <a:cs typeface="Times New Roman"/>
              </a:rPr>
              <a:t>broken </a:t>
            </a:r>
            <a:r>
              <a:rPr lang="en-US" sz="2600" dirty="0">
                <a:latin typeface="Times New Roman"/>
                <a:cs typeface="Times New Roman"/>
              </a:rPr>
              <a:t>down</a:t>
            </a:r>
            <a:r>
              <a:rPr lang="en-US" sz="2600" spc="-35" dirty="0">
                <a:latin typeface="Times New Roman"/>
                <a:cs typeface="Times New Roman"/>
              </a:rPr>
              <a:t> </a:t>
            </a:r>
            <a:r>
              <a:rPr lang="en-US" sz="2600" dirty="0">
                <a:latin typeface="Times New Roman"/>
                <a:cs typeface="Times New Roman"/>
              </a:rPr>
              <a:t>any</a:t>
            </a:r>
            <a:r>
              <a:rPr lang="en-US" sz="2600" spc="-25" dirty="0">
                <a:latin typeface="Times New Roman"/>
                <a:cs typeface="Times New Roman"/>
              </a:rPr>
              <a:t> </a:t>
            </a:r>
            <a:r>
              <a:rPr lang="en-US" sz="2600" spc="-10" dirty="0">
                <a:latin typeface="Times New Roman"/>
                <a:cs typeface="Times New Roman"/>
              </a:rPr>
              <a:t>further</a:t>
            </a:r>
            <a:endParaRPr lang="en-US" sz="2600" dirty="0">
              <a:latin typeface="Times New Roman"/>
              <a:cs typeface="Times New Roman"/>
            </a:endParaRPr>
          </a:p>
          <a:p>
            <a:pPr marL="553720" indent="-172085">
              <a:spcBef>
                <a:spcPts val="335"/>
              </a:spcBef>
              <a:buChar char="•"/>
              <a:tabLst>
                <a:tab pos="554355" algn="l"/>
              </a:tabLst>
            </a:pPr>
            <a:r>
              <a:rPr lang="en-US" sz="2600" dirty="0">
                <a:latin typeface="Times New Roman"/>
                <a:cs typeface="Times New Roman"/>
              </a:rPr>
              <a:t>Lowest</a:t>
            </a:r>
            <a:r>
              <a:rPr lang="en-US" sz="2600" spc="-40" dirty="0">
                <a:latin typeface="Times New Roman"/>
                <a:cs typeface="Times New Roman"/>
              </a:rPr>
              <a:t> </a:t>
            </a:r>
            <a:r>
              <a:rPr lang="en-US" sz="2600" dirty="0">
                <a:latin typeface="Times New Roman"/>
                <a:cs typeface="Times New Roman"/>
              </a:rPr>
              <a:t>level</a:t>
            </a:r>
            <a:r>
              <a:rPr lang="en-US" sz="2600" spc="-35" dirty="0">
                <a:latin typeface="Times New Roman"/>
                <a:cs typeface="Times New Roman"/>
              </a:rPr>
              <a:t> </a:t>
            </a:r>
            <a:r>
              <a:rPr lang="en-US" sz="2600" dirty="0">
                <a:latin typeface="Times New Roman"/>
                <a:cs typeface="Times New Roman"/>
              </a:rPr>
              <a:t>DFD</a:t>
            </a:r>
            <a:r>
              <a:rPr lang="en-US" sz="2600" spc="-35" dirty="0">
                <a:latin typeface="Times New Roman"/>
                <a:cs typeface="Times New Roman"/>
              </a:rPr>
              <a:t> </a:t>
            </a:r>
            <a:r>
              <a:rPr lang="en-US" sz="2600" dirty="0">
                <a:latin typeface="Times New Roman"/>
                <a:cs typeface="Times New Roman"/>
              </a:rPr>
              <a:t>is</a:t>
            </a:r>
            <a:r>
              <a:rPr lang="en-US" sz="2600" spc="-35" dirty="0">
                <a:latin typeface="Times New Roman"/>
                <a:cs typeface="Times New Roman"/>
              </a:rPr>
              <a:t> </a:t>
            </a:r>
            <a:r>
              <a:rPr lang="en-US" sz="2600" dirty="0">
                <a:latin typeface="Times New Roman"/>
                <a:cs typeface="Times New Roman"/>
              </a:rPr>
              <a:t>called</a:t>
            </a:r>
            <a:r>
              <a:rPr lang="en-US" sz="2600" spc="-35" dirty="0">
                <a:latin typeface="Times New Roman"/>
                <a:cs typeface="Times New Roman"/>
              </a:rPr>
              <a:t> </a:t>
            </a:r>
            <a:r>
              <a:rPr lang="en-US" sz="2600" dirty="0">
                <a:latin typeface="Times New Roman"/>
                <a:cs typeface="Times New Roman"/>
              </a:rPr>
              <a:t>a</a:t>
            </a:r>
            <a:r>
              <a:rPr lang="en-US" sz="2600" spc="-35" dirty="0">
                <a:latin typeface="Times New Roman"/>
                <a:cs typeface="Times New Roman"/>
              </a:rPr>
              <a:t> </a:t>
            </a:r>
            <a:r>
              <a:rPr lang="en-US" sz="2600" dirty="0">
                <a:latin typeface="Times New Roman"/>
                <a:cs typeface="Times New Roman"/>
              </a:rPr>
              <a:t>primitive</a:t>
            </a:r>
            <a:r>
              <a:rPr lang="en-US" sz="2600" spc="-35" dirty="0">
                <a:latin typeface="Times New Roman"/>
                <a:cs typeface="Times New Roman"/>
              </a:rPr>
              <a:t> </a:t>
            </a:r>
            <a:r>
              <a:rPr lang="en-US" sz="2600" spc="-25" dirty="0">
                <a:latin typeface="Times New Roman"/>
                <a:cs typeface="Times New Roman"/>
              </a:rPr>
              <a:t>DFD</a:t>
            </a:r>
            <a:endParaRPr sz="2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600" dirty="0">
              <a:latin typeface="Times New Roman"/>
              <a:cs typeface="Times New Roman"/>
            </a:endParaRPr>
          </a:p>
          <a:p>
            <a:pPr>
              <a:spcBef>
                <a:spcPts val="50"/>
              </a:spcBef>
            </a:pPr>
            <a:endParaRPr sz="26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7890768" y="8086398"/>
            <a:ext cx="115570" cy="110928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spcBef>
                <a:spcPts val="25"/>
              </a:spcBef>
            </a:pPr>
            <a:r>
              <a:rPr sz="700" spc="-25" dirty="0">
                <a:latin typeface="Times New Roman"/>
                <a:cs typeface="Times New Roman"/>
              </a:rPr>
              <a:t>38</a:t>
            </a:r>
            <a:endParaRPr sz="700">
              <a:latin typeface="Times New Roman"/>
              <a:cs typeface="Times New Roman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304800" y="304800"/>
            <a:ext cx="11582399" cy="8349722"/>
          </a:xfrm>
          <a:prstGeom prst="rect">
            <a:avLst/>
          </a:prstGeom>
          <a:ln w="12953">
            <a:solidFill>
              <a:srgbClr val="000000"/>
            </a:solidFill>
          </a:ln>
        </p:spPr>
        <p:txBody>
          <a:bodyPr vert="horz" wrap="square" lIns="0" tIns="156210" rIns="0" bIns="0" rtlCol="0">
            <a:spAutoFit/>
          </a:bodyPr>
          <a:lstStyle/>
          <a:p>
            <a:pPr algn="ctr">
              <a:spcBef>
                <a:spcPts val="1230"/>
              </a:spcBef>
            </a:pPr>
            <a:r>
              <a:rPr sz="3200" b="1" dirty="0">
                <a:latin typeface="Times New Roman"/>
                <a:cs typeface="Times New Roman"/>
              </a:rPr>
              <a:t>Creating</a:t>
            </a:r>
            <a:r>
              <a:rPr sz="3200" spc="-50" dirty="0">
                <a:latin typeface="Times New Roman"/>
                <a:cs typeface="Times New Roman"/>
              </a:rPr>
              <a:t> </a:t>
            </a:r>
            <a:r>
              <a:rPr sz="3200" b="1" dirty="0">
                <a:latin typeface="Times New Roman"/>
                <a:cs typeface="Times New Roman"/>
              </a:rPr>
              <a:t>a</a:t>
            </a:r>
            <a:r>
              <a:rPr sz="3200" spc="-50" dirty="0">
                <a:latin typeface="Times New Roman"/>
                <a:cs typeface="Times New Roman"/>
              </a:rPr>
              <a:t> </a:t>
            </a:r>
            <a:r>
              <a:rPr sz="3200" b="1" dirty="0">
                <a:latin typeface="Times New Roman"/>
                <a:cs typeface="Times New Roman"/>
              </a:rPr>
              <a:t>context</a:t>
            </a:r>
            <a:r>
              <a:rPr sz="3200" spc="-50" dirty="0">
                <a:latin typeface="Times New Roman"/>
                <a:cs typeface="Times New Roman"/>
              </a:rPr>
              <a:t> </a:t>
            </a:r>
            <a:r>
              <a:rPr sz="3200" b="1" spc="-10" dirty="0">
                <a:latin typeface="Times New Roman"/>
                <a:cs typeface="Times New Roman"/>
              </a:rPr>
              <a:t>diagram</a:t>
            </a:r>
            <a:endParaRPr sz="32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3200" dirty="0">
              <a:latin typeface="Times New Roman"/>
              <a:cs typeface="Times New Roman"/>
            </a:endParaRPr>
          </a:p>
          <a:p>
            <a:pPr marL="553720" indent="-172085">
              <a:spcBef>
                <a:spcPts val="1715"/>
              </a:spcBef>
              <a:buChar char="•"/>
              <a:tabLst>
                <a:tab pos="554355" algn="l"/>
              </a:tabLst>
            </a:pPr>
            <a:r>
              <a:rPr sz="3200" dirty="0">
                <a:latin typeface="Times New Roman"/>
                <a:cs typeface="Times New Roman"/>
              </a:rPr>
              <a:t>Provides</a:t>
            </a:r>
            <a:r>
              <a:rPr sz="3200" spc="-2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</a:t>
            </a:r>
            <a:r>
              <a:rPr sz="3200" spc="-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summary</a:t>
            </a:r>
            <a:r>
              <a:rPr sz="3200" spc="-1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of</a:t>
            </a:r>
            <a:r>
              <a:rPr sz="3200" spc="-1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the</a:t>
            </a:r>
            <a:r>
              <a:rPr sz="3200" spc="-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overall</a:t>
            </a:r>
            <a:r>
              <a:rPr sz="3200" spc="-10" dirty="0">
                <a:latin typeface="Times New Roman"/>
                <a:cs typeface="Times New Roman"/>
              </a:rPr>
              <a:t> system</a:t>
            </a:r>
            <a:endParaRPr sz="3200" dirty="0">
              <a:latin typeface="Times New Roman"/>
              <a:cs typeface="Times New Roman"/>
            </a:endParaRPr>
          </a:p>
          <a:p>
            <a:pPr marL="553720" marR="963294" indent="-171450">
              <a:spcBef>
                <a:spcPts val="375"/>
              </a:spcBef>
              <a:buChar char="•"/>
              <a:tabLst>
                <a:tab pos="554355" algn="l"/>
              </a:tabLst>
            </a:pPr>
            <a:r>
              <a:rPr sz="3200" dirty="0">
                <a:latin typeface="Times New Roman"/>
                <a:cs typeface="Times New Roman"/>
              </a:rPr>
              <a:t>A</a:t>
            </a:r>
            <a:r>
              <a:rPr sz="3200" spc="-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single</a:t>
            </a:r>
            <a:r>
              <a:rPr sz="3200" spc="-1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process</a:t>
            </a:r>
            <a:r>
              <a:rPr sz="3200" spc="-1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represents</a:t>
            </a:r>
            <a:r>
              <a:rPr sz="3200" spc="-1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the</a:t>
            </a:r>
            <a:r>
              <a:rPr sz="3200" spc="-5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imes New Roman"/>
                <a:cs typeface="Times New Roman"/>
              </a:rPr>
              <a:t>entire </a:t>
            </a:r>
            <a:r>
              <a:rPr sz="3200" dirty="0">
                <a:latin typeface="Times New Roman"/>
                <a:cs typeface="Times New Roman"/>
              </a:rPr>
              <a:t>information</a:t>
            </a:r>
            <a:r>
              <a:rPr sz="3200" spc="-45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imes New Roman"/>
                <a:cs typeface="Times New Roman"/>
              </a:rPr>
              <a:t>system</a:t>
            </a:r>
            <a:endParaRPr sz="3200" dirty="0">
              <a:latin typeface="Times New Roman"/>
              <a:cs typeface="Times New Roman"/>
            </a:endParaRPr>
          </a:p>
          <a:p>
            <a:pPr marL="553720" indent="-172085">
              <a:spcBef>
                <a:spcPts val="380"/>
              </a:spcBef>
              <a:buChar char="•"/>
              <a:tabLst>
                <a:tab pos="554355" algn="l"/>
              </a:tabLst>
            </a:pPr>
            <a:r>
              <a:rPr sz="3200" dirty="0">
                <a:latin typeface="Times New Roman"/>
                <a:cs typeface="Times New Roman"/>
              </a:rPr>
              <a:t>List</a:t>
            </a:r>
            <a:r>
              <a:rPr sz="3200" spc="-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external entities and data</a:t>
            </a:r>
            <a:r>
              <a:rPr sz="3200" spc="-5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imes New Roman"/>
                <a:cs typeface="Times New Roman"/>
              </a:rPr>
              <a:t>flows</a:t>
            </a:r>
            <a:endParaRPr sz="3200" dirty="0">
              <a:latin typeface="Times New Roman"/>
              <a:cs typeface="Times New Roman"/>
            </a:endParaRPr>
          </a:p>
          <a:p>
            <a:pPr marL="553720" indent="-172085">
              <a:spcBef>
                <a:spcPts val="384"/>
              </a:spcBef>
              <a:buChar char="•"/>
              <a:tabLst>
                <a:tab pos="554355" algn="l"/>
              </a:tabLst>
            </a:pPr>
            <a:r>
              <a:rPr sz="3200" dirty="0">
                <a:latin typeface="Times New Roman"/>
                <a:cs typeface="Times New Roman"/>
              </a:rPr>
              <a:t>Number</a:t>
            </a:r>
            <a:r>
              <a:rPr sz="3200" spc="-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for</a:t>
            </a:r>
            <a:r>
              <a:rPr sz="3200" spc="-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process</a:t>
            </a:r>
            <a:r>
              <a:rPr sz="3200" spc="-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is</a:t>
            </a:r>
            <a:r>
              <a:rPr sz="3200" spc="-5" dirty="0">
                <a:latin typeface="Times New Roman"/>
                <a:cs typeface="Times New Roman"/>
              </a:rPr>
              <a:t> </a:t>
            </a:r>
            <a:r>
              <a:rPr sz="3200" spc="-50" dirty="0">
                <a:latin typeface="Times New Roman"/>
                <a:cs typeface="Times New Roman"/>
              </a:rPr>
              <a:t>0</a:t>
            </a:r>
            <a:endParaRPr sz="3200" dirty="0">
              <a:latin typeface="Times New Roman"/>
              <a:cs typeface="Times New Roman"/>
            </a:endParaRPr>
          </a:p>
          <a:p>
            <a:pPr algn="ctr">
              <a:spcBef>
                <a:spcPts val="1230"/>
              </a:spcBef>
            </a:pPr>
            <a:r>
              <a:rPr lang="en-US" sz="3200" b="1" dirty="0">
                <a:latin typeface="Times New Roman"/>
                <a:cs typeface="Times New Roman"/>
              </a:rPr>
              <a:t>Creating</a:t>
            </a:r>
            <a:r>
              <a:rPr lang="en-US" sz="3200" spc="-40" dirty="0">
                <a:latin typeface="Times New Roman"/>
                <a:cs typeface="Times New Roman"/>
              </a:rPr>
              <a:t> </a:t>
            </a:r>
            <a:r>
              <a:rPr lang="en-US" sz="3200" b="1" dirty="0">
                <a:latin typeface="Times New Roman"/>
                <a:cs typeface="Times New Roman"/>
              </a:rPr>
              <a:t>a</a:t>
            </a:r>
            <a:r>
              <a:rPr lang="en-US" sz="3200" spc="-40" dirty="0">
                <a:latin typeface="Times New Roman"/>
                <a:cs typeface="Times New Roman"/>
              </a:rPr>
              <a:t> </a:t>
            </a:r>
            <a:r>
              <a:rPr lang="en-US" sz="3200" b="1" dirty="0">
                <a:latin typeface="Times New Roman"/>
                <a:cs typeface="Times New Roman"/>
              </a:rPr>
              <a:t>level</a:t>
            </a:r>
            <a:r>
              <a:rPr lang="en-US" sz="3200" spc="-35" dirty="0">
                <a:latin typeface="Times New Roman"/>
                <a:cs typeface="Times New Roman"/>
              </a:rPr>
              <a:t> </a:t>
            </a:r>
            <a:r>
              <a:rPr lang="en-US" sz="3200" b="1" dirty="0">
                <a:latin typeface="Times New Roman"/>
                <a:cs typeface="Times New Roman"/>
              </a:rPr>
              <a:t>0</a:t>
            </a:r>
            <a:r>
              <a:rPr lang="en-US" sz="3200" spc="-35" dirty="0">
                <a:latin typeface="Times New Roman"/>
                <a:cs typeface="Times New Roman"/>
              </a:rPr>
              <a:t> </a:t>
            </a:r>
            <a:r>
              <a:rPr lang="en-US" sz="3200" b="1" spc="-10" dirty="0">
                <a:latin typeface="Times New Roman"/>
                <a:cs typeface="Times New Roman"/>
              </a:rPr>
              <a:t>diagram</a:t>
            </a:r>
            <a:endParaRPr lang="en-US" sz="32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lang="en-US" sz="3200" dirty="0">
              <a:latin typeface="Times New Roman"/>
              <a:cs typeface="Times New Roman"/>
            </a:endParaRPr>
          </a:p>
          <a:p>
            <a:pPr marL="553720" marR="417195" indent="-171450">
              <a:spcBef>
                <a:spcPts val="1715"/>
              </a:spcBef>
              <a:buChar char="•"/>
              <a:tabLst>
                <a:tab pos="554355" algn="l"/>
              </a:tabLst>
            </a:pPr>
            <a:r>
              <a:rPr lang="en-US" sz="3200" dirty="0">
                <a:latin typeface="Times New Roman"/>
                <a:cs typeface="Times New Roman"/>
              </a:rPr>
              <a:t>Shows</a:t>
            </a:r>
            <a:r>
              <a:rPr lang="en-US" sz="3200" spc="-5" dirty="0">
                <a:latin typeface="Times New Roman"/>
                <a:cs typeface="Times New Roman"/>
              </a:rPr>
              <a:t> </a:t>
            </a:r>
            <a:r>
              <a:rPr lang="en-US" sz="3200" dirty="0">
                <a:latin typeface="Times New Roman"/>
                <a:cs typeface="Times New Roman"/>
              </a:rPr>
              <a:t>major</a:t>
            </a:r>
            <a:r>
              <a:rPr lang="en-US" sz="3200" spc="-10" dirty="0">
                <a:latin typeface="Times New Roman"/>
                <a:cs typeface="Times New Roman"/>
              </a:rPr>
              <a:t> </a:t>
            </a:r>
            <a:r>
              <a:rPr lang="en-US" sz="3200" dirty="0">
                <a:latin typeface="Times New Roman"/>
                <a:cs typeface="Times New Roman"/>
              </a:rPr>
              <a:t>processes that</a:t>
            </a:r>
            <a:r>
              <a:rPr lang="en-US" sz="3200" spc="-15" dirty="0">
                <a:latin typeface="Times New Roman"/>
                <a:cs typeface="Times New Roman"/>
              </a:rPr>
              <a:t> </a:t>
            </a:r>
            <a:r>
              <a:rPr lang="en-US" sz="3200" dirty="0">
                <a:latin typeface="Times New Roman"/>
                <a:cs typeface="Times New Roman"/>
              </a:rPr>
              <a:t>are</a:t>
            </a:r>
            <a:r>
              <a:rPr lang="en-US" sz="3200" spc="-5" dirty="0">
                <a:latin typeface="Times New Roman"/>
                <a:cs typeface="Times New Roman"/>
              </a:rPr>
              <a:t> </a:t>
            </a:r>
            <a:r>
              <a:rPr lang="en-US" sz="3200" dirty="0">
                <a:latin typeface="Times New Roman"/>
                <a:cs typeface="Times New Roman"/>
              </a:rPr>
              <a:t>a part</a:t>
            </a:r>
            <a:r>
              <a:rPr lang="en-US" sz="3200" spc="-10" dirty="0">
                <a:latin typeface="Times New Roman"/>
                <a:cs typeface="Times New Roman"/>
              </a:rPr>
              <a:t> </a:t>
            </a:r>
            <a:r>
              <a:rPr lang="en-US" sz="3200" dirty="0">
                <a:latin typeface="Times New Roman"/>
                <a:cs typeface="Times New Roman"/>
              </a:rPr>
              <a:t>of </a:t>
            </a:r>
            <a:r>
              <a:rPr lang="en-US" sz="3200" spc="-25" dirty="0">
                <a:latin typeface="Times New Roman"/>
                <a:cs typeface="Times New Roman"/>
              </a:rPr>
              <a:t>the </a:t>
            </a:r>
            <a:r>
              <a:rPr lang="en-US" sz="3200" dirty="0">
                <a:latin typeface="Times New Roman"/>
                <a:cs typeface="Times New Roman"/>
              </a:rPr>
              <a:t>overall</a:t>
            </a:r>
            <a:r>
              <a:rPr lang="en-US" sz="3200" spc="-40" dirty="0">
                <a:latin typeface="Times New Roman"/>
                <a:cs typeface="Times New Roman"/>
              </a:rPr>
              <a:t> </a:t>
            </a:r>
            <a:r>
              <a:rPr lang="en-US" sz="3200" spc="-10" dirty="0">
                <a:latin typeface="Times New Roman"/>
                <a:cs typeface="Times New Roman"/>
              </a:rPr>
              <a:t>system</a:t>
            </a:r>
            <a:endParaRPr lang="en-US" sz="3200" dirty="0">
              <a:latin typeface="Times New Roman"/>
              <a:cs typeface="Times New Roman"/>
            </a:endParaRPr>
          </a:p>
          <a:p>
            <a:pPr marL="553720" marR="1100455" indent="-171450">
              <a:spcBef>
                <a:spcPts val="375"/>
              </a:spcBef>
              <a:buChar char="•"/>
              <a:tabLst>
                <a:tab pos="554355" algn="l"/>
              </a:tabLst>
            </a:pPr>
            <a:r>
              <a:rPr lang="en-US" sz="3200" dirty="0">
                <a:latin typeface="Times New Roman"/>
                <a:cs typeface="Times New Roman"/>
              </a:rPr>
              <a:t>Shows</a:t>
            </a:r>
            <a:r>
              <a:rPr lang="en-US" sz="3200" spc="-20" dirty="0">
                <a:latin typeface="Times New Roman"/>
                <a:cs typeface="Times New Roman"/>
              </a:rPr>
              <a:t> </a:t>
            </a:r>
            <a:r>
              <a:rPr lang="en-US" sz="3200" dirty="0">
                <a:latin typeface="Times New Roman"/>
                <a:cs typeface="Times New Roman"/>
              </a:rPr>
              <a:t>how</a:t>
            </a:r>
            <a:r>
              <a:rPr lang="en-US" sz="3200" spc="-20" dirty="0">
                <a:latin typeface="Times New Roman"/>
                <a:cs typeface="Times New Roman"/>
              </a:rPr>
              <a:t> </a:t>
            </a:r>
            <a:r>
              <a:rPr lang="en-US" sz="3200" dirty="0">
                <a:latin typeface="Times New Roman"/>
                <a:cs typeface="Times New Roman"/>
              </a:rPr>
              <a:t>the</a:t>
            </a:r>
            <a:r>
              <a:rPr lang="en-US" sz="3200" spc="-20" dirty="0">
                <a:latin typeface="Times New Roman"/>
                <a:cs typeface="Times New Roman"/>
              </a:rPr>
              <a:t> </a:t>
            </a:r>
            <a:r>
              <a:rPr lang="en-US" sz="3200" dirty="0">
                <a:latin typeface="Times New Roman"/>
                <a:cs typeface="Times New Roman"/>
              </a:rPr>
              <a:t>major</a:t>
            </a:r>
            <a:r>
              <a:rPr lang="en-US" sz="3200" spc="-20" dirty="0">
                <a:latin typeface="Times New Roman"/>
                <a:cs typeface="Times New Roman"/>
              </a:rPr>
              <a:t> </a:t>
            </a:r>
            <a:r>
              <a:rPr lang="en-US" sz="3200" dirty="0">
                <a:latin typeface="Times New Roman"/>
                <a:cs typeface="Times New Roman"/>
              </a:rPr>
              <a:t>processes</a:t>
            </a:r>
            <a:r>
              <a:rPr lang="en-US" sz="3200" spc="-20" dirty="0">
                <a:latin typeface="Times New Roman"/>
                <a:cs typeface="Times New Roman"/>
              </a:rPr>
              <a:t> </a:t>
            </a:r>
            <a:r>
              <a:rPr lang="en-US" sz="3200" spc="-25" dirty="0">
                <a:latin typeface="Times New Roman"/>
                <a:cs typeface="Times New Roman"/>
              </a:rPr>
              <a:t>are </a:t>
            </a:r>
            <a:r>
              <a:rPr lang="en-US" sz="3200" dirty="0">
                <a:latin typeface="Times New Roman"/>
                <a:cs typeface="Times New Roman"/>
              </a:rPr>
              <a:t>interrelated</a:t>
            </a:r>
            <a:r>
              <a:rPr lang="en-US" sz="3200" spc="-30" dirty="0">
                <a:latin typeface="Times New Roman"/>
                <a:cs typeface="Times New Roman"/>
              </a:rPr>
              <a:t> </a:t>
            </a:r>
            <a:r>
              <a:rPr lang="en-US" sz="3200" dirty="0">
                <a:latin typeface="Times New Roman"/>
                <a:cs typeface="Times New Roman"/>
              </a:rPr>
              <a:t>by</a:t>
            </a:r>
            <a:r>
              <a:rPr lang="en-US" sz="3200" spc="-30" dirty="0">
                <a:latin typeface="Times New Roman"/>
                <a:cs typeface="Times New Roman"/>
              </a:rPr>
              <a:t> </a:t>
            </a:r>
            <a:r>
              <a:rPr lang="en-US" sz="3200" dirty="0">
                <a:latin typeface="Times New Roman"/>
                <a:cs typeface="Times New Roman"/>
              </a:rPr>
              <a:t>data</a:t>
            </a:r>
            <a:r>
              <a:rPr lang="en-US" sz="3200" spc="-30" dirty="0">
                <a:latin typeface="Times New Roman"/>
                <a:cs typeface="Times New Roman"/>
              </a:rPr>
              <a:t> </a:t>
            </a:r>
            <a:r>
              <a:rPr lang="en-US" sz="3200" spc="-10" dirty="0">
                <a:latin typeface="Times New Roman"/>
                <a:cs typeface="Times New Roman"/>
              </a:rPr>
              <a:t>flows</a:t>
            </a:r>
            <a:endParaRPr lang="en-US" sz="3200" dirty="0">
              <a:latin typeface="Times New Roman"/>
              <a:cs typeface="Times New Roman"/>
            </a:endParaRPr>
          </a:p>
          <a:p>
            <a:pPr marL="553720" marR="938530" indent="-171450">
              <a:spcBef>
                <a:spcPts val="380"/>
              </a:spcBef>
              <a:buChar char="•"/>
              <a:tabLst>
                <a:tab pos="554355" algn="l"/>
              </a:tabLst>
            </a:pPr>
            <a:r>
              <a:rPr lang="en-US" sz="3200" dirty="0">
                <a:latin typeface="Times New Roman"/>
                <a:cs typeface="Times New Roman"/>
              </a:rPr>
              <a:t>Shows</a:t>
            </a:r>
            <a:r>
              <a:rPr lang="en-US" sz="3200" spc="-5" dirty="0">
                <a:latin typeface="Times New Roman"/>
                <a:cs typeface="Times New Roman"/>
              </a:rPr>
              <a:t> </a:t>
            </a:r>
            <a:r>
              <a:rPr lang="en-US" sz="3200" dirty="0">
                <a:latin typeface="Times New Roman"/>
                <a:cs typeface="Times New Roman"/>
              </a:rPr>
              <a:t>external entities and the </a:t>
            </a:r>
            <a:r>
              <a:rPr lang="en-US" sz="3200" spc="-10" dirty="0">
                <a:latin typeface="Times New Roman"/>
                <a:cs typeface="Times New Roman"/>
              </a:rPr>
              <a:t>major </a:t>
            </a:r>
            <a:r>
              <a:rPr lang="en-US" sz="3200" dirty="0">
                <a:latin typeface="Times New Roman"/>
                <a:cs typeface="Times New Roman"/>
              </a:rPr>
              <a:t>processes</a:t>
            </a:r>
            <a:r>
              <a:rPr lang="en-US" sz="3200" spc="-20" dirty="0">
                <a:latin typeface="Times New Roman"/>
                <a:cs typeface="Times New Roman"/>
              </a:rPr>
              <a:t> </a:t>
            </a:r>
            <a:r>
              <a:rPr lang="en-US" sz="3200" dirty="0">
                <a:latin typeface="Times New Roman"/>
                <a:cs typeface="Times New Roman"/>
              </a:rPr>
              <a:t>with</a:t>
            </a:r>
            <a:r>
              <a:rPr lang="en-US" sz="3200" spc="-20" dirty="0">
                <a:latin typeface="Times New Roman"/>
                <a:cs typeface="Times New Roman"/>
              </a:rPr>
              <a:t> </a:t>
            </a:r>
            <a:r>
              <a:rPr lang="en-US" sz="3200" dirty="0">
                <a:latin typeface="Times New Roman"/>
                <a:cs typeface="Times New Roman"/>
              </a:rPr>
              <a:t>which</a:t>
            </a:r>
            <a:r>
              <a:rPr lang="en-US" sz="3200" spc="-20" dirty="0">
                <a:latin typeface="Times New Roman"/>
                <a:cs typeface="Times New Roman"/>
              </a:rPr>
              <a:t> </a:t>
            </a:r>
            <a:r>
              <a:rPr lang="en-US" sz="3200" dirty="0">
                <a:latin typeface="Times New Roman"/>
                <a:cs typeface="Times New Roman"/>
              </a:rPr>
              <a:t>they</a:t>
            </a:r>
            <a:r>
              <a:rPr lang="en-US" sz="3200" spc="-15" dirty="0">
                <a:latin typeface="Times New Roman"/>
                <a:cs typeface="Times New Roman"/>
              </a:rPr>
              <a:t> </a:t>
            </a:r>
            <a:r>
              <a:rPr lang="en-US" sz="3200" spc="-10" dirty="0">
                <a:latin typeface="Times New Roman"/>
                <a:cs typeface="Times New Roman"/>
              </a:rPr>
              <a:t>interact</a:t>
            </a:r>
            <a:endParaRPr lang="en-US" sz="3200" dirty="0">
              <a:latin typeface="Times New Roman"/>
              <a:cs typeface="Times New Roman"/>
            </a:endParaRPr>
          </a:p>
          <a:p>
            <a:pPr marL="553720" indent="-172085">
              <a:spcBef>
                <a:spcPts val="375"/>
              </a:spcBef>
              <a:buChar char="•"/>
              <a:tabLst>
                <a:tab pos="554355" algn="l"/>
              </a:tabLst>
            </a:pPr>
            <a:r>
              <a:rPr lang="en-US" sz="3200" dirty="0">
                <a:latin typeface="Times New Roman"/>
                <a:cs typeface="Times New Roman"/>
              </a:rPr>
              <a:t>Adds data </a:t>
            </a:r>
            <a:r>
              <a:rPr lang="en-US" sz="3200" spc="-10" dirty="0">
                <a:latin typeface="Times New Roman"/>
                <a:cs typeface="Times New Roman"/>
              </a:rPr>
              <a:t>stores</a:t>
            </a:r>
            <a:endParaRPr sz="2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6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7890768" y="8086398"/>
            <a:ext cx="115570" cy="110928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spcBef>
                <a:spcPts val="25"/>
              </a:spcBef>
            </a:pPr>
            <a:r>
              <a:rPr sz="700" spc="-25" dirty="0">
                <a:latin typeface="Times New Roman"/>
                <a:cs typeface="Times New Roman"/>
              </a:rPr>
              <a:t>40</a:t>
            </a:r>
            <a:endParaRPr sz="700">
              <a:latin typeface="Times New Roman"/>
              <a:cs typeface="Times New Roman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190500" y="152400"/>
            <a:ext cx="11810999" cy="8590813"/>
          </a:xfrm>
          <a:prstGeom prst="rect">
            <a:avLst/>
          </a:prstGeom>
          <a:ln w="12953">
            <a:solidFill>
              <a:srgbClr val="000000"/>
            </a:solidFill>
          </a:ln>
        </p:spPr>
        <p:txBody>
          <a:bodyPr vert="horz" wrap="square" lIns="0" tIns="156210" rIns="0" bIns="0" rtlCol="0">
            <a:spAutoFit/>
          </a:bodyPr>
          <a:lstStyle/>
          <a:p>
            <a:pPr algn="ctr">
              <a:spcBef>
                <a:spcPts val="1230"/>
              </a:spcBef>
            </a:pPr>
            <a:r>
              <a:rPr sz="2700" b="1" dirty="0">
                <a:latin typeface="Times New Roman"/>
                <a:cs typeface="Times New Roman"/>
              </a:rPr>
              <a:t>Creating</a:t>
            </a:r>
            <a:r>
              <a:rPr sz="2700" spc="-50" dirty="0">
                <a:latin typeface="Times New Roman"/>
                <a:cs typeface="Times New Roman"/>
              </a:rPr>
              <a:t> </a:t>
            </a:r>
            <a:r>
              <a:rPr sz="2700" b="1" dirty="0">
                <a:latin typeface="Times New Roman"/>
                <a:cs typeface="Times New Roman"/>
              </a:rPr>
              <a:t>level</a:t>
            </a:r>
            <a:r>
              <a:rPr sz="2700" spc="-40" dirty="0">
                <a:latin typeface="Times New Roman"/>
                <a:cs typeface="Times New Roman"/>
              </a:rPr>
              <a:t> </a:t>
            </a:r>
            <a:r>
              <a:rPr sz="2700" b="1" dirty="0">
                <a:latin typeface="Times New Roman"/>
                <a:cs typeface="Times New Roman"/>
              </a:rPr>
              <a:t>1</a:t>
            </a:r>
            <a:r>
              <a:rPr sz="2700" spc="-45" dirty="0">
                <a:latin typeface="Times New Roman"/>
                <a:cs typeface="Times New Roman"/>
              </a:rPr>
              <a:t> </a:t>
            </a:r>
            <a:r>
              <a:rPr sz="2700" b="1" spc="-10" dirty="0">
                <a:latin typeface="Times New Roman"/>
                <a:cs typeface="Times New Roman"/>
              </a:rPr>
              <a:t>diagrams</a:t>
            </a:r>
            <a:endParaRPr sz="2700" dirty="0">
              <a:latin typeface="Times New Roman"/>
              <a:cs typeface="Times New Roman"/>
            </a:endParaRPr>
          </a:p>
          <a:p>
            <a:pPr>
              <a:spcBef>
                <a:spcPts val="10"/>
              </a:spcBef>
            </a:pPr>
            <a:endParaRPr sz="2700" dirty="0">
              <a:latin typeface="Times New Roman"/>
              <a:cs typeface="Times New Roman"/>
            </a:endParaRPr>
          </a:p>
          <a:p>
            <a:pPr marL="553720" marR="391795" indent="-171450">
              <a:buChar char="•"/>
              <a:tabLst>
                <a:tab pos="554355" algn="l"/>
              </a:tabLst>
            </a:pPr>
            <a:r>
              <a:rPr sz="2700" dirty="0">
                <a:latin typeface="Times New Roman"/>
                <a:cs typeface="Times New Roman"/>
              </a:rPr>
              <a:t>Generally,</a:t>
            </a:r>
            <a:r>
              <a:rPr sz="2700" spc="-35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one</a:t>
            </a:r>
            <a:r>
              <a:rPr sz="2700" spc="-35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level</a:t>
            </a:r>
            <a:r>
              <a:rPr sz="2700" spc="-35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1</a:t>
            </a:r>
            <a:r>
              <a:rPr sz="2700" spc="-30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diagram</a:t>
            </a:r>
            <a:r>
              <a:rPr sz="2700" spc="-35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is</a:t>
            </a:r>
            <a:r>
              <a:rPr sz="2700" spc="-30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created</a:t>
            </a:r>
            <a:r>
              <a:rPr sz="2700" spc="-35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for</a:t>
            </a:r>
            <a:r>
              <a:rPr sz="2700" spc="-35" dirty="0">
                <a:latin typeface="Times New Roman"/>
                <a:cs typeface="Times New Roman"/>
              </a:rPr>
              <a:t> </a:t>
            </a:r>
            <a:r>
              <a:rPr sz="2700" spc="-10" dirty="0">
                <a:latin typeface="Times New Roman"/>
                <a:cs typeface="Times New Roman"/>
              </a:rPr>
              <a:t>every </a:t>
            </a:r>
            <a:r>
              <a:rPr sz="2700" dirty="0">
                <a:latin typeface="Times New Roman"/>
                <a:cs typeface="Times New Roman"/>
              </a:rPr>
              <a:t>major</a:t>
            </a:r>
            <a:r>
              <a:rPr sz="2700" spc="-35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process</a:t>
            </a:r>
            <a:r>
              <a:rPr sz="2700" spc="-30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on</a:t>
            </a:r>
            <a:r>
              <a:rPr sz="2700" spc="-30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the</a:t>
            </a:r>
            <a:r>
              <a:rPr sz="2700" spc="-30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level</a:t>
            </a:r>
            <a:r>
              <a:rPr sz="2700" spc="-30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0</a:t>
            </a:r>
            <a:r>
              <a:rPr sz="2700" spc="-30" dirty="0">
                <a:latin typeface="Times New Roman"/>
                <a:cs typeface="Times New Roman"/>
              </a:rPr>
              <a:t> </a:t>
            </a:r>
            <a:r>
              <a:rPr sz="2700" spc="-10" dirty="0">
                <a:latin typeface="Times New Roman"/>
                <a:cs typeface="Times New Roman"/>
              </a:rPr>
              <a:t>diagram</a:t>
            </a:r>
            <a:endParaRPr sz="2700" dirty="0">
              <a:latin typeface="Times New Roman"/>
              <a:cs typeface="Times New Roman"/>
            </a:endParaRPr>
          </a:p>
          <a:p>
            <a:pPr marL="553720" marR="599440" indent="-171450">
              <a:spcBef>
                <a:spcPts val="340"/>
              </a:spcBef>
              <a:buChar char="•"/>
              <a:tabLst>
                <a:tab pos="554355" algn="l"/>
              </a:tabLst>
            </a:pPr>
            <a:r>
              <a:rPr sz="2700" dirty="0">
                <a:latin typeface="Times New Roman"/>
                <a:cs typeface="Times New Roman"/>
              </a:rPr>
              <a:t>Shows</a:t>
            </a:r>
            <a:r>
              <a:rPr sz="2700" spc="-40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all</a:t>
            </a:r>
            <a:r>
              <a:rPr sz="2700" spc="-40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the</a:t>
            </a:r>
            <a:r>
              <a:rPr sz="2700" spc="-40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internal</a:t>
            </a:r>
            <a:r>
              <a:rPr sz="2700" spc="-40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processes</a:t>
            </a:r>
            <a:r>
              <a:rPr sz="2700" spc="-35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that</a:t>
            </a:r>
            <a:r>
              <a:rPr sz="2700" spc="-40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comprise</a:t>
            </a:r>
            <a:r>
              <a:rPr sz="2700" spc="-40" dirty="0">
                <a:latin typeface="Times New Roman"/>
                <a:cs typeface="Times New Roman"/>
              </a:rPr>
              <a:t> </a:t>
            </a:r>
            <a:r>
              <a:rPr sz="2700" spc="-50" dirty="0">
                <a:latin typeface="Times New Roman"/>
                <a:cs typeface="Times New Roman"/>
              </a:rPr>
              <a:t>a </a:t>
            </a:r>
            <a:r>
              <a:rPr sz="2700" dirty="0">
                <a:latin typeface="Times New Roman"/>
                <a:cs typeface="Times New Roman"/>
              </a:rPr>
              <a:t>single</a:t>
            </a:r>
            <a:r>
              <a:rPr sz="2700" spc="-30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process</a:t>
            </a:r>
            <a:r>
              <a:rPr sz="2700" spc="-30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on</a:t>
            </a:r>
            <a:r>
              <a:rPr sz="2700" spc="-30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the</a:t>
            </a:r>
            <a:r>
              <a:rPr sz="2700" spc="-35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level</a:t>
            </a:r>
            <a:r>
              <a:rPr sz="2700" spc="-30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0</a:t>
            </a:r>
            <a:r>
              <a:rPr sz="2700" spc="-30" dirty="0">
                <a:latin typeface="Times New Roman"/>
                <a:cs typeface="Times New Roman"/>
              </a:rPr>
              <a:t> </a:t>
            </a:r>
            <a:r>
              <a:rPr sz="2700" spc="-10" dirty="0">
                <a:latin typeface="Times New Roman"/>
                <a:cs typeface="Times New Roman"/>
              </a:rPr>
              <a:t>diagram</a:t>
            </a:r>
            <a:endParaRPr sz="2700" dirty="0">
              <a:latin typeface="Times New Roman"/>
              <a:cs typeface="Times New Roman"/>
            </a:endParaRPr>
          </a:p>
          <a:p>
            <a:pPr marL="553720" marR="535940" indent="-171450">
              <a:spcBef>
                <a:spcPts val="345"/>
              </a:spcBef>
              <a:buChar char="•"/>
              <a:tabLst>
                <a:tab pos="554355" algn="l"/>
              </a:tabLst>
            </a:pPr>
            <a:r>
              <a:rPr sz="2700" dirty="0">
                <a:latin typeface="Times New Roman"/>
                <a:cs typeface="Times New Roman"/>
              </a:rPr>
              <a:t>Shows</a:t>
            </a:r>
            <a:r>
              <a:rPr sz="2700" spc="-40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how</a:t>
            </a:r>
            <a:r>
              <a:rPr sz="2700" spc="-35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information</a:t>
            </a:r>
            <a:r>
              <a:rPr sz="2700" spc="-35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moves</a:t>
            </a:r>
            <a:r>
              <a:rPr sz="2700" spc="-35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from</a:t>
            </a:r>
            <a:r>
              <a:rPr sz="2700" spc="-35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and</a:t>
            </a:r>
            <a:r>
              <a:rPr sz="2700" spc="-35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to</a:t>
            </a:r>
            <a:r>
              <a:rPr sz="2700" spc="-30" dirty="0">
                <a:latin typeface="Times New Roman"/>
                <a:cs typeface="Times New Roman"/>
              </a:rPr>
              <a:t> </a:t>
            </a:r>
            <a:r>
              <a:rPr sz="2700" spc="-20" dirty="0">
                <a:latin typeface="Times New Roman"/>
                <a:cs typeface="Times New Roman"/>
              </a:rPr>
              <a:t>each </a:t>
            </a:r>
            <a:r>
              <a:rPr sz="2700" dirty="0">
                <a:latin typeface="Times New Roman"/>
                <a:cs typeface="Times New Roman"/>
              </a:rPr>
              <a:t>of</a:t>
            </a:r>
            <a:r>
              <a:rPr sz="2700" spc="-30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these</a:t>
            </a:r>
            <a:r>
              <a:rPr sz="2700" spc="-25" dirty="0">
                <a:latin typeface="Times New Roman"/>
                <a:cs typeface="Times New Roman"/>
              </a:rPr>
              <a:t> </a:t>
            </a:r>
            <a:r>
              <a:rPr sz="2700" spc="-10" dirty="0">
                <a:latin typeface="Times New Roman"/>
                <a:cs typeface="Times New Roman"/>
              </a:rPr>
              <a:t>processes</a:t>
            </a:r>
            <a:endParaRPr sz="2700" dirty="0">
              <a:latin typeface="Times New Roman"/>
              <a:cs typeface="Times New Roman"/>
            </a:endParaRPr>
          </a:p>
          <a:p>
            <a:pPr marL="553720" marR="577215" indent="-171450">
              <a:spcBef>
                <a:spcPts val="335"/>
              </a:spcBef>
              <a:buChar char="•"/>
              <a:tabLst>
                <a:tab pos="554355" algn="l"/>
              </a:tabLst>
            </a:pPr>
            <a:r>
              <a:rPr sz="2700" dirty="0">
                <a:latin typeface="Times New Roman"/>
                <a:cs typeface="Times New Roman"/>
              </a:rPr>
              <a:t>If</a:t>
            </a:r>
            <a:r>
              <a:rPr sz="2700" spc="-40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a</a:t>
            </a:r>
            <a:r>
              <a:rPr sz="2700" spc="-30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parent</a:t>
            </a:r>
            <a:r>
              <a:rPr sz="2700" spc="-35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process</a:t>
            </a:r>
            <a:r>
              <a:rPr sz="2700" spc="-35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is</a:t>
            </a:r>
            <a:r>
              <a:rPr sz="2700" spc="-30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decomposed</a:t>
            </a:r>
            <a:r>
              <a:rPr sz="2700" spc="-35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into,</a:t>
            </a:r>
            <a:r>
              <a:rPr sz="2700" spc="-30" dirty="0">
                <a:latin typeface="Times New Roman"/>
                <a:cs typeface="Times New Roman"/>
              </a:rPr>
              <a:t> </a:t>
            </a:r>
            <a:r>
              <a:rPr sz="2700" spc="-25" dirty="0">
                <a:latin typeface="Times New Roman"/>
                <a:cs typeface="Times New Roman"/>
              </a:rPr>
              <a:t>for </a:t>
            </a:r>
            <a:r>
              <a:rPr sz="2700" dirty="0">
                <a:latin typeface="Times New Roman"/>
                <a:cs typeface="Times New Roman"/>
              </a:rPr>
              <a:t>example,</a:t>
            </a:r>
            <a:r>
              <a:rPr sz="2700" spc="-40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three</a:t>
            </a:r>
            <a:r>
              <a:rPr sz="2700" spc="-40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child</a:t>
            </a:r>
            <a:r>
              <a:rPr sz="2700" spc="-40" dirty="0">
                <a:latin typeface="Times New Roman"/>
                <a:cs typeface="Times New Roman"/>
              </a:rPr>
              <a:t> </a:t>
            </a:r>
            <a:r>
              <a:rPr sz="2700" spc="-10" dirty="0">
                <a:latin typeface="Times New Roman"/>
                <a:cs typeface="Times New Roman"/>
              </a:rPr>
              <a:t>processes,</a:t>
            </a:r>
            <a:r>
              <a:rPr sz="2700" spc="-35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these</a:t>
            </a:r>
            <a:r>
              <a:rPr sz="2700" spc="-40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three</a:t>
            </a:r>
            <a:r>
              <a:rPr sz="2700" spc="-40" dirty="0">
                <a:latin typeface="Times New Roman"/>
                <a:cs typeface="Times New Roman"/>
              </a:rPr>
              <a:t> </a:t>
            </a:r>
            <a:r>
              <a:rPr sz="2700" spc="-10" dirty="0">
                <a:latin typeface="Times New Roman"/>
                <a:cs typeface="Times New Roman"/>
              </a:rPr>
              <a:t>child </a:t>
            </a:r>
            <a:r>
              <a:rPr sz="2700" dirty="0">
                <a:latin typeface="Times New Roman"/>
                <a:cs typeface="Times New Roman"/>
              </a:rPr>
              <a:t>processes</a:t>
            </a:r>
            <a:r>
              <a:rPr sz="2700" spc="-50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wholly</a:t>
            </a:r>
            <a:r>
              <a:rPr sz="2700" spc="-50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and</a:t>
            </a:r>
            <a:r>
              <a:rPr sz="2700" spc="-50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completely</a:t>
            </a:r>
            <a:r>
              <a:rPr sz="2700" spc="-50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make</a:t>
            </a:r>
            <a:r>
              <a:rPr sz="2700" spc="-45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up</a:t>
            </a:r>
            <a:r>
              <a:rPr sz="2700" spc="-45" dirty="0">
                <a:latin typeface="Times New Roman"/>
                <a:cs typeface="Times New Roman"/>
              </a:rPr>
              <a:t> </a:t>
            </a:r>
            <a:r>
              <a:rPr sz="2700" spc="-25" dirty="0">
                <a:latin typeface="Times New Roman"/>
                <a:cs typeface="Times New Roman"/>
              </a:rPr>
              <a:t>the </a:t>
            </a:r>
            <a:r>
              <a:rPr sz="2700" dirty="0">
                <a:latin typeface="Times New Roman"/>
                <a:cs typeface="Times New Roman"/>
              </a:rPr>
              <a:t>parent</a:t>
            </a:r>
            <a:r>
              <a:rPr sz="2700" spc="-40" dirty="0">
                <a:latin typeface="Times New Roman"/>
                <a:cs typeface="Times New Roman"/>
              </a:rPr>
              <a:t> </a:t>
            </a:r>
            <a:r>
              <a:rPr sz="2700" spc="-10" dirty="0">
                <a:latin typeface="Times New Roman"/>
                <a:cs typeface="Times New Roman"/>
              </a:rPr>
              <a:t>process</a:t>
            </a:r>
            <a:endParaRPr sz="2700" dirty="0">
              <a:latin typeface="Times New Roman"/>
              <a:cs typeface="Times New Roman"/>
            </a:endParaRPr>
          </a:p>
          <a:p>
            <a:pPr algn="ctr">
              <a:spcBef>
                <a:spcPts val="1230"/>
              </a:spcBef>
            </a:pPr>
            <a:r>
              <a:rPr lang="en-US" sz="2700" b="1" dirty="0">
                <a:latin typeface="Times New Roman"/>
                <a:cs typeface="Times New Roman"/>
              </a:rPr>
              <a:t>Validate</a:t>
            </a:r>
            <a:r>
              <a:rPr lang="en-US" sz="2700" spc="-114" dirty="0">
                <a:latin typeface="Times New Roman"/>
                <a:cs typeface="Times New Roman"/>
              </a:rPr>
              <a:t> </a:t>
            </a:r>
            <a:r>
              <a:rPr lang="en-US" sz="2700" b="1" spc="-20" dirty="0">
                <a:latin typeface="Times New Roman"/>
                <a:cs typeface="Times New Roman"/>
              </a:rPr>
              <a:t>DFDs</a:t>
            </a:r>
            <a:endParaRPr lang="en-US" sz="2700" dirty="0">
              <a:latin typeface="Times New Roman"/>
              <a:cs typeface="Times New Roman"/>
            </a:endParaRPr>
          </a:p>
          <a:p>
            <a:pPr>
              <a:spcBef>
                <a:spcPts val="20"/>
              </a:spcBef>
            </a:pPr>
            <a:endParaRPr lang="en-US" sz="2700" dirty="0">
              <a:latin typeface="Times New Roman"/>
              <a:cs typeface="Times New Roman"/>
            </a:endParaRPr>
          </a:p>
          <a:p>
            <a:pPr marL="553720" indent="-172085">
              <a:buChar char="•"/>
              <a:tabLst>
                <a:tab pos="554355" algn="l"/>
              </a:tabLst>
            </a:pPr>
            <a:r>
              <a:rPr lang="en-US" sz="2700" dirty="0">
                <a:latin typeface="Times New Roman"/>
                <a:cs typeface="Times New Roman"/>
              </a:rPr>
              <a:t>Look</a:t>
            </a:r>
            <a:r>
              <a:rPr lang="en-US" sz="2700" spc="-35" dirty="0">
                <a:latin typeface="Times New Roman"/>
                <a:cs typeface="Times New Roman"/>
              </a:rPr>
              <a:t> </a:t>
            </a:r>
            <a:r>
              <a:rPr lang="en-US" sz="2700" spc="-20" dirty="0">
                <a:latin typeface="Times New Roman"/>
                <a:cs typeface="Times New Roman"/>
              </a:rPr>
              <a:t>for:</a:t>
            </a:r>
            <a:endParaRPr lang="en-US" sz="2700" dirty="0">
              <a:latin typeface="Times New Roman"/>
              <a:cs typeface="Times New Roman"/>
            </a:endParaRPr>
          </a:p>
          <a:p>
            <a:pPr marL="754380" lvl="1" indent="-143510">
              <a:spcBef>
                <a:spcPts val="290"/>
              </a:spcBef>
              <a:buChar char="–"/>
              <a:tabLst>
                <a:tab pos="754380" algn="l"/>
              </a:tabLst>
            </a:pPr>
            <a:r>
              <a:rPr lang="en-US" sz="2700" dirty="0">
                <a:latin typeface="Times New Roman"/>
                <a:cs typeface="Times New Roman"/>
              </a:rPr>
              <a:t>Syntax</a:t>
            </a:r>
            <a:r>
              <a:rPr lang="en-US" sz="2700" spc="-30" dirty="0">
                <a:latin typeface="Times New Roman"/>
                <a:cs typeface="Times New Roman"/>
              </a:rPr>
              <a:t> </a:t>
            </a:r>
            <a:r>
              <a:rPr lang="en-US" sz="2700" spc="-10" dirty="0">
                <a:latin typeface="Times New Roman"/>
                <a:cs typeface="Times New Roman"/>
              </a:rPr>
              <a:t>errors</a:t>
            </a:r>
            <a:endParaRPr lang="en-US" sz="2700" dirty="0">
              <a:latin typeface="Times New Roman"/>
              <a:cs typeface="Times New Roman"/>
            </a:endParaRPr>
          </a:p>
          <a:p>
            <a:pPr marL="754380" lvl="1" indent="-143510">
              <a:spcBef>
                <a:spcPts val="285"/>
              </a:spcBef>
              <a:buChar char="–"/>
              <a:tabLst>
                <a:tab pos="754380" algn="l"/>
              </a:tabLst>
            </a:pPr>
            <a:r>
              <a:rPr lang="en-US" sz="2700" dirty="0">
                <a:latin typeface="Times New Roman"/>
                <a:cs typeface="Times New Roman"/>
              </a:rPr>
              <a:t>Semantic</a:t>
            </a:r>
            <a:r>
              <a:rPr lang="en-US" sz="2700" spc="-20" dirty="0">
                <a:latin typeface="Times New Roman"/>
                <a:cs typeface="Times New Roman"/>
              </a:rPr>
              <a:t> </a:t>
            </a:r>
            <a:r>
              <a:rPr lang="en-US" sz="2700" spc="-10" dirty="0">
                <a:latin typeface="Times New Roman"/>
                <a:cs typeface="Times New Roman"/>
              </a:rPr>
              <a:t>errors</a:t>
            </a:r>
            <a:endParaRPr lang="en-US" sz="2700" dirty="0">
              <a:latin typeface="Times New Roman"/>
              <a:cs typeface="Times New Roman"/>
            </a:endParaRPr>
          </a:p>
          <a:p>
            <a:pPr marL="553720" indent="-172085">
              <a:spcBef>
                <a:spcPts val="340"/>
              </a:spcBef>
              <a:buChar char="•"/>
              <a:tabLst>
                <a:tab pos="554355" algn="l"/>
              </a:tabLst>
            </a:pPr>
            <a:r>
              <a:rPr lang="en-US" sz="2700" spc="-20" dirty="0">
                <a:latin typeface="Times New Roman"/>
                <a:cs typeface="Times New Roman"/>
              </a:rPr>
              <a:t>Use:</a:t>
            </a:r>
            <a:endParaRPr lang="en-US" sz="2700" dirty="0">
              <a:latin typeface="Times New Roman"/>
              <a:cs typeface="Times New Roman"/>
            </a:endParaRPr>
          </a:p>
          <a:p>
            <a:pPr marL="754380" lvl="1" indent="-143510">
              <a:spcBef>
                <a:spcPts val="284"/>
              </a:spcBef>
              <a:buChar char="–"/>
              <a:tabLst>
                <a:tab pos="754380" algn="l"/>
              </a:tabLst>
            </a:pPr>
            <a:r>
              <a:rPr lang="en-US" sz="2700" dirty="0">
                <a:latin typeface="Times New Roman"/>
                <a:cs typeface="Times New Roman"/>
              </a:rPr>
              <a:t>User</a:t>
            </a:r>
            <a:r>
              <a:rPr lang="en-US" sz="2700" spc="-5" dirty="0">
                <a:latin typeface="Times New Roman"/>
                <a:cs typeface="Times New Roman"/>
              </a:rPr>
              <a:t> </a:t>
            </a:r>
            <a:r>
              <a:rPr lang="en-US" sz="2700" spc="-10" dirty="0">
                <a:latin typeface="Times New Roman"/>
                <a:cs typeface="Times New Roman"/>
              </a:rPr>
              <a:t>walkthroughs</a:t>
            </a:r>
            <a:endParaRPr lang="en-US" sz="2700" dirty="0">
              <a:latin typeface="Times New Roman"/>
              <a:cs typeface="Times New Roman"/>
            </a:endParaRPr>
          </a:p>
          <a:p>
            <a:pPr marL="754380" lvl="1" indent="-143510">
              <a:spcBef>
                <a:spcPts val="285"/>
              </a:spcBef>
              <a:buChar char="–"/>
              <a:tabLst>
                <a:tab pos="754380" algn="l"/>
              </a:tabLst>
            </a:pPr>
            <a:r>
              <a:rPr lang="en-US" sz="2700" spc="-10" dirty="0">
                <a:latin typeface="Times New Roman"/>
                <a:cs typeface="Times New Roman"/>
              </a:rPr>
              <a:t>Role-</a:t>
            </a:r>
            <a:r>
              <a:rPr lang="en-US" sz="2700" spc="-20" dirty="0">
                <a:latin typeface="Times New Roman"/>
                <a:cs typeface="Times New Roman"/>
              </a:rPr>
              <a:t>play</a:t>
            </a:r>
            <a:endParaRPr lang="en-US" sz="2700" dirty="0">
              <a:latin typeface="Times New Roman"/>
              <a:cs typeface="Times New Roman"/>
            </a:endParaRPr>
          </a:p>
          <a:p>
            <a:pPr marL="553720" marR="621665" indent="-172085">
              <a:spcBef>
                <a:spcPts val="335"/>
              </a:spcBef>
              <a:buChar char="•"/>
              <a:tabLst>
                <a:tab pos="554355" algn="l"/>
              </a:tabLst>
            </a:pPr>
            <a:r>
              <a:rPr lang="en-US" sz="2700" dirty="0">
                <a:latin typeface="Times New Roman"/>
                <a:cs typeface="Times New Roman"/>
              </a:rPr>
              <a:t>Examine</a:t>
            </a:r>
            <a:r>
              <a:rPr lang="en-US" sz="2700" spc="-40" dirty="0">
                <a:latin typeface="Times New Roman"/>
                <a:cs typeface="Times New Roman"/>
              </a:rPr>
              <a:t> </a:t>
            </a:r>
            <a:r>
              <a:rPr lang="en-US" sz="2700" dirty="0">
                <a:latin typeface="Times New Roman"/>
                <a:cs typeface="Times New Roman"/>
              </a:rPr>
              <a:t>lowest</a:t>
            </a:r>
            <a:r>
              <a:rPr lang="en-US" sz="2700" spc="-40" dirty="0">
                <a:latin typeface="Times New Roman"/>
                <a:cs typeface="Times New Roman"/>
              </a:rPr>
              <a:t> </a:t>
            </a:r>
            <a:r>
              <a:rPr lang="en-US" sz="2700" dirty="0">
                <a:latin typeface="Times New Roman"/>
                <a:cs typeface="Times New Roman"/>
              </a:rPr>
              <a:t>level</a:t>
            </a:r>
            <a:r>
              <a:rPr lang="en-US" sz="2700" spc="-40" dirty="0">
                <a:latin typeface="Times New Roman"/>
                <a:cs typeface="Times New Roman"/>
              </a:rPr>
              <a:t> </a:t>
            </a:r>
            <a:r>
              <a:rPr lang="en-US" sz="2700" dirty="0">
                <a:latin typeface="Times New Roman"/>
                <a:cs typeface="Times New Roman"/>
              </a:rPr>
              <a:t>DFD</a:t>
            </a:r>
            <a:r>
              <a:rPr lang="en-US" sz="2700" spc="-40" dirty="0">
                <a:latin typeface="Times New Roman"/>
                <a:cs typeface="Times New Roman"/>
              </a:rPr>
              <a:t> </a:t>
            </a:r>
            <a:r>
              <a:rPr lang="en-US" sz="2700" dirty="0">
                <a:latin typeface="Times New Roman"/>
                <a:cs typeface="Times New Roman"/>
              </a:rPr>
              <a:t>to</a:t>
            </a:r>
            <a:r>
              <a:rPr lang="en-US" sz="2700" spc="-35" dirty="0">
                <a:latin typeface="Times New Roman"/>
                <a:cs typeface="Times New Roman"/>
              </a:rPr>
              <a:t> </a:t>
            </a:r>
            <a:r>
              <a:rPr lang="en-US" sz="2700" dirty="0">
                <a:latin typeface="Times New Roman"/>
                <a:cs typeface="Times New Roman"/>
              </a:rPr>
              <a:t>ensure</a:t>
            </a:r>
            <a:r>
              <a:rPr lang="en-US" sz="2700" spc="-40" dirty="0">
                <a:latin typeface="Times New Roman"/>
                <a:cs typeface="Times New Roman"/>
              </a:rPr>
              <a:t> </a:t>
            </a:r>
            <a:r>
              <a:rPr lang="en-US" sz="2700" spc="-10" dirty="0">
                <a:latin typeface="Times New Roman"/>
                <a:cs typeface="Times New Roman"/>
              </a:rPr>
              <a:t>consistent decomposition</a:t>
            </a:r>
            <a:endParaRPr lang="en-US" sz="2700" dirty="0">
              <a:latin typeface="Times New Roman"/>
              <a:cs typeface="Times New Roman"/>
            </a:endParaRPr>
          </a:p>
          <a:p>
            <a:pPr marL="553720" indent="-172085">
              <a:spcBef>
                <a:spcPts val="340"/>
              </a:spcBef>
              <a:buChar char="•"/>
              <a:tabLst>
                <a:tab pos="554355" algn="l"/>
              </a:tabLst>
            </a:pPr>
            <a:r>
              <a:rPr lang="en-US" sz="2700" dirty="0">
                <a:latin typeface="Times New Roman"/>
                <a:cs typeface="Times New Roman"/>
              </a:rPr>
              <a:t>Examine</a:t>
            </a:r>
            <a:r>
              <a:rPr lang="en-US" sz="2700" spc="-45" dirty="0">
                <a:latin typeface="Times New Roman"/>
                <a:cs typeface="Times New Roman"/>
              </a:rPr>
              <a:t> </a:t>
            </a:r>
            <a:r>
              <a:rPr lang="en-US" sz="2700" dirty="0">
                <a:latin typeface="Times New Roman"/>
                <a:cs typeface="Times New Roman"/>
              </a:rPr>
              <a:t>names</a:t>
            </a:r>
            <a:r>
              <a:rPr lang="en-US" sz="2700" spc="-40" dirty="0">
                <a:latin typeface="Times New Roman"/>
                <a:cs typeface="Times New Roman"/>
              </a:rPr>
              <a:t> </a:t>
            </a:r>
            <a:r>
              <a:rPr lang="en-US" sz="2700" dirty="0">
                <a:latin typeface="Times New Roman"/>
                <a:cs typeface="Times New Roman"/>
              </a:rPr>
              <a:t>to</a:t>
            </a:r>
            <a:r>
              <a:rPr lang="en-US" sz="2700" spc="-40" dirty="0">
                <a:latin typeface="Times New Roman"/>
                <a:cs typeface="Times New Roman"/>
              </a:rPr>
              <a:t> </a:t>
            </a:r>
            <a:r>
              <a:rPr lang="en-US" sz="2700" dirty="0">
                <a:latin typeface="Times New Roman"/>
                <a:cs typeface="Times New Roman"/>
              </a:rPr>
              <a:t>ensure</a:t>
            </a:r>
            <a:r>
              <a:rPr lang="en-US" sz="2700" spc="-45" dirty="0">
                <a:latin typeface="Times New Roman"/>
                <a:cs typeface="Times New Roman"/>
              </a:rPr>
              <a:t> </a:t>
            </a:r>
            <a:r>
              <a:rPr lang="en-US" sz="2700" dirty="0">
                <a:latin typeface="Times New Roman"/>
                <a:cs typeface="Times New Roman"/>
              </a:rPr>
              <a:t>consistent</a:t>
            </a:r>
            <a:r>
              <a:rPr lang="en-US" sz="2700" spc="-40" dirty="0">
                <a:latin typeface="Times New Roman"/>
                <a:cs typeface="Times New Roman"/>
              </a:rPr>
              <a:t> </a:t>
            </a:r>
            <a:r>
              <a:rPr lang="en-US" sz="2700" dirty="0">
                <a:latin typeface="Times New Roman"/>
                <a:cs typeface="Times New Roman"/>
              </a:rPr>
              <a:t>use</a:t>
            </a:r>
            <a:r>
              <a:rPr lang="en-US" sz="2700" spc="-40" dirty="0">
                <a:latin typeface="Times New Roman"/>
                <a:cs typeface="Times New Roman"/>
              </a:rPr>
              <a:t> </a:t>
            </a:r>
            <a:r>
              <a:rPr lang="en-US" sz="2700" dirty="0">
                <a:latin typeface="Times New Roman"/>
                <a:cs typeface="Times New Roman"/>
              </a:rPr>
              <a:t>of</a:t>
            </a:r>
            <a:r>
              <a:rPr lang="en-US" sz="2700" spc="-40" dirty="0">
                <a:latin typeface="Times New Roman"/>
                <a:cs typeface="Times New Roman"/>
              </a:rPr>
              <a:t> </a:t>
            </a:r>
            <a:r>
              <a:rPr lang="en-US" sz="2700" spc="-10" dirty="0">
                <a:latin typeface="Times New Roman"/>
                <a:cs typeface="Times New Roman"/>
              </a:rPr>
              <a:t>terms</a:t>
            </a:r>
            <a:endParaRPr lang="en-US" sz="27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7890768" y="8086398"/>
            <a:ext cx="115570" cy="110928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spcBef>
                <a:spcPts val="25"/>
              </a:spcBef>
            </a:pPr>
            <a:r>
              <a:rPr sz="700" spc="-25" dirty="0">
                <a:latin typeface="Times New Roman"/>
                <a:cs typeface="Times New Roman"/>
              </a:rPr>
              <a:t>42</a:t>
            </a:r>
            <a:endParaRPr sz="700">
              <a:latin typeface="Times New Roman"/>
              <a:cs typeface="Times New Roman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228600" y="774192"/>
            <a:ext cx="11503659" cy="7254550"/>
          </a:xfrm>
          <a:prstGeom prst="rect">
            <a:avLst/>
          </a:prstGeom>
          <a:ln w="12953">
            <a:solidFill>
              <a:srgbClr val="000000"/>
            </a:solidFill>
          </a:ln>
        </p:spPr>
        <p:txBody>
          <a:bodyPr vert="horz" wrap="square" lIns="0" tIns="156210" rIns="0" bIns="0" rtlCol="0">
            <a:spAutoFit/>
          </a:bodyPr>
          <a:lstStyle/>
          <a:p>
            <a:pPr marL="708660">
              <a:spcBef>
                <a:spcPts val="1230"/>
              </a:spcBef>
            </a:pPr>
            <a:r>
              <a:rPr sz="2700" b="1" dirty="0">
                <a:latin typeface="Times New Roman"/>
                <a:cs typeface="Times New Roman"/>
              </a:rPr>
              <a:t>Describing</a:t>
            </a:r>
            <a:r>
              <a:rPr sz="2700" spc="-90" dirty="0">
                <a:latin typeface="Times New Roman"/>
                <a:cs typeface="Times New Roman"/>
              </a:rPr>
              <a:t> </a:t>
            </a:r>
            <a:r>
              <a:rPr sz="2700" b="1" dirty="0">
                <a:latin typeface="Times New Roman"/>
                <a:cs typeface="Times New Roman"/>
              </a:rPr>
              <a:t>complex</a:t>
            </a:r>
            <a:r>
              <a:rPr sz="2700" spc="-80" dirty="0">
                <a:latin typeface="Times New Roman"/>
                <a:cs typeface="Times New Roman"/>
              </a:rPr>
              <a:t> </a:t>
            </a:r>
            <a:r>
              <a:rPr sz="2700" b="1" spc="-10" dirty="0">
                <a:latin typeface="Times New Roman"/>
                <a:cs typeface="Times New Roman"/>
              </a:rPr>
              <a:t>processes</a:t>
            </a:r>
            <a:endParaRPr sz="27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700" dirty="0">
              <a:latin typeface="Times New Roman"/>
              <a:cs typeface="Times New Roman"/>
            </a:endParaRPr>
          </a:p>
          <a:p>
            <a:pPr marL="553720" indent="-172085">
              <a:spcBef>
                <a:spcPts val="1715"/>
              </a:spcBef>
              <a:buChar char="•"/>
              <a:tabLst>
                <a:tab pos="554355" algn="l"/>
              </a:tabLst>
            </a:pPr>
            <a:r>
              <a:rPr sz="2700" dirty="0">
                <a:latin typeface="Times New Roman"/>
                <a:cs typeface="Times New Roman"/>
              </a:rPr>
              <a:t>Techniques</a:t>
            </a:r>
            <a:r>
              <a:rPr sz="2700" spc="-10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used</a:t>
            </a:r>
            <a:r>
              <a:rPr sz="2700" spc="-5" dirty="0">
                <a:latin typeface="Times New Roman"/>
                <a:cs typeface="Times New Roman"/>
              </a:rPr>
              <a:t> </a:t>
            </a:r>
            <a:r>
              <a:rPr sz="2700" spc="-10" dirty="0">
                <a:latin typeface="Times New Roman"/>
                <a:cs typeface="Times New Roman"/>
              </a:rPr>
              <a:t>include:</a:t>
            </a:r>
            <a:endParaRPr sz="2700" dirty="0">
              <a:latin typeface="Times New Roman"/>
              <a:cs typeface="Times New Roman"/>
            </a:endParaRPr>
          </a:p>
          <a:p>
            <a:pPr marL="754380" lvl="1" indent="-143510">
              <a:spcBef>
                <a:spcPts val="350"/>
              </a:spcBef>
              <a:buChar char="–"/>
              <a:tabLst>
                <a:tab pos="754380" algn="l"/>
              </a:tabLst>
            </a:pPr>
            <a:r>
              <a:rPr sz="2700" dirty="0">
                <a:latin typeface="Times New Roman"/>
                <a:cs typeface="Times New Roman"/>
              </a:rPr>
              <a:t>Structured</a:t>
            </a:r>
            <a:r>
              <a:rPr sz="2700" spc="-65" dirty="0">
                <a:latin typeface="Times New Roman"/>
                <a:cs typeface="Times New Roman"/>
              </a:rPr>
              <a:t> </a:t>
            </a:r>
            <a:r>
              <a:rPr sz="2700" spc="-10" dirty="0">
                <a:latin typeface="Times New Roman"/>
                <a:cs typeface="Times New Roman"/>
              </a:rPr>
              <a:t>English</a:t>
            </a:r>
            <a:endParaRPr sz="2700" dirty="0">
              <a:latin typeface="Times New Roman"/>
              <a:cs typeface="Times New Roman"/>
            </a:endParaRPr>
          </a:p>
          <a:p>
            <a:pPr marL="754380" lvl="1" indent="-143510">
              <a:spcBef>
                <a:spcPts val="340"/>
              </a:spcBef>
              <a:buChar char="–"/>
              <a:tabLst>
                <a:tab pos="754380" algn="l"/>
              </a:tabLst>
            </a:pPr>
            <a:r>
              <a:rPr sz="2700" dirty="0">
                <a:latin typeface="Times New Roman"/>
                <a:cs typeface="Times New Roman"/>
              </a:rPr>
              <a:t>Decision</a:t>
            </a:r>
            <a:r>
              <a:rPr sz="2700" spc="-65" dirty="0">
                <a:latin typeface="Times New Roman"/>
                <a:cs typeface="Times New Roman"/>
              </a:rPr>
              <a:t> </a:t>
            </a:r>
            <a:r>
              <a:rPr sz="2700" spc="-10" dirty="0">
                <a:latin typeface="Times New Roman"/>
                <a:cs typeface="Times New Roman"/>
              </a:rPr>
              <a:t>Trees</a:t>
            </a:r>
            <a:endParaRPr sz="2700" dirty="0">
              <a:latin typeface="Times New Roman"/>
              <a:cs typeface="Times New Roman"/>
            </a:endParaRPr>
          </a:p>
          <a:p>
            <a:pPr marL="754380" lvl="1" indent="-143510">
              <a:spcBef>
                <a:spcPts val="335"/>
              </a:spcBef>
              <a:buChar char="–"/>
              <a:tabLst>
                <a:tab pos="754380" algn="l"/>
              </a:tabLst>
            </a:pPr>
            <a:r>
              <a:rPr sz="2700" dirty="0">
                <a:latin typeface="Times New Roman"/>
                <a:cs typeface="Times New Roman"/>
              </a:rPr>
              <a:t>Decision</a:t>
            </a:r>
            <a:r>
              <a:rPr sz="2700" spc="-65" dirty="0">
                <a:latin typeface="Times New Roman"/>
                <a:cs typeface="Times New Roman"/>
              </a:rPr>
              <a:t> </a:t>
            </a:r>
            <a:r>
              <a:rPr sz="2700" spc="-10" dirty="0">
                <a:latin typeface="Times New Roman"/>
                <a:cs typeface="Times New Roman"/>
              </a:rPr>
              <a:t>Tables</a:t>
            </a:r>
            <a:endParaRPr sz="27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700" dirty="0">
              <a:latin typeface="Times New Roman"/>
              <a:cs typeface="Times New Roman"/>
            </a:endParaRPr>
          </a:p>
          <a:p>
            <a:pPr marL="150495" algn="ctr">
              <a:spcBef>
                <a:spcPts val="1230"/>
              </a:spcBef>
            </a:pPr>
            <a:r>
              <a:rPr lang="en-US" sz="2700" b="1" dirty="0">
                <a:latin typeface="Times New Roman"/>
                <a:cs typeface="Times New Roman"/>
              </a:rPr>
              <a:t>Use</a:t>
            </a:r>
            <a:r>
              <a:rPr lang="en-US" sz="2700" spc="-45" dirty="0">
                <a:latin typeface="Times New Roman"/>
                <a:cs typeface="Times New Roman"/>
              </a:rPr>
              <a:t> </a:t>
            </a:r>
            <a:r>
              <a:rPr lang="en-US" sz="2700" b="1" dirty="0">
                <a:latin typeface="Times New Roman"/>
                <a:cs typeface="Times New Roman"/>
              </a:rPr>
              <a:t>Cases</a:t>
            </a:r>
            <a:r>
              <a:rPr lang="en-US" sz="2700" spc="-40" dirty="0">
                <a:latin typeface="Times New Roman"/>
                <a:cs typeface="Times New Roman"/>
              </a:rPr>
              <a:t> </a:t>
            </a:r>
            <a:r>
              <a:rPr lang="en-US" sz="2700" b="1" dirty="0">
                <a:latin typeface="Times New Roman"/>
                <a:cs typeface="Times New Roman"/>
              </a:rPr>
              <a:t>&amp;</a:t>
            </a:r>
            <a:r>
              <a:rPr lang="en-US" sz="2700" spc="-45" dirty="0">
                <a:latin typeface="Times New Roman"/>
                <a:cs typeface="Times New Roman"/>
              </a:rPr>
              <a:t> </a:t>
            </a:r>
            <a:r>
              <a:rPr lang="en-US" sz="2700" b="1" spc="-20" dirty="0">
                <a:latin typeface="Times New Roman"/>
                <a:cs typeface="Times New Roman"/>
              </a:rPr>
              <a:t>DFDs</a:t>
            </a:r>
            <a:endParaRPr lang="en-US" sz="2700" dirty="0">
              <a:latin typeface="Times New Roman"/>
              <a:cs typeface="Times New Roman"/>
            </a:endParaRPr>
          </a:p>
          <a:p>
            <a:pPr>
              <a:spcBef>
                <a:spcPts val="35"/>
              </a:spcBef>
            </a:pPr>
            <a:endParaRPr lang="en-US" sz="2700" dirty="0">
              <a:latin typeface="Times New Roman"/>
              <a:cs typeface="Times New Roman"/>
            </a:endParaRPr>
          </a:p>
          <a:p>
            <a:pPr marL="553720" marR="1155065" indent="-171450">
              <a:lnSpc>
                <a:spcPts val="1720"/>
              </a:lnSpc>
              <a:buChar char="•"/>
              <a:tabLst>
                <a:tab pos="554355" algn="l"/>
              </a:tabLst>
            </a:pPr>
            <a:r>
              <a:rPr lang="en-US" sz="2700" dirty="0">
                <a:latin typeface="Times New Roman"/>
                <a:cs typeface="Times New Roman"/>
              </a:rPr>
              <a:t>Major</a:t>
            </a:r>
            <a:r>
              <a:rPr lang="en-US" sz="2700" spc="-20" dirty="0">
                <a:latin typeface="Times New Roman"/>
                <a:cs typeface="Times New Roman"/>
              </a:rPr>
              <a:t> </a:t>
            </a:r>
            <a:r>
              <a:rPr lang="en-US" sz="2700" dirty="0">
                <a:latin typeface="Times New Roman"/>
                <a:cs typeface="Times New Roman"/>
              </a:rPr>
              <a:t>use</a:t>
            </a:r>
            <a:r>
              <a:rPr lang="en-US" sz="2700" spc="-10" dirty="0">
                <a:latin typeface="Times New Roman"/>
                <a:cs typeface="Times New Roman"/>
              </a:rPr>
              <a:t> </a:t>
            </a:r>
            <a:r>
              <a:rPr lang="en-US" sz="2700" dirty="0">
                <a:latin typeface="Times New Roman"/>
                <a:cs typeface="Times New Roman"/>
              </a:rPr>
              <a:t>cases</a:t>
            </a:r>
            <a:r>
              <a:rPr lang="en-US" sz="2700" spc="-10" dirty="0">
                <a:latin typeface="Times New Roman"/>
                <a:cs typeface="Times New Roman"/>
              </a:rPr>
              <a:t> </a:t>
            </a:r>
            <a:r>
              <a:rPr lang="en-US" sz="2700" dirty="0">
                <a:latin typeface="Times New Roman"/>
                <a:cs typeface="Times New Roman"/>
              </a:rPr>
              <a:t>become</a:t>
            </a:r>
            <a:r>
              <a:rPr lang="en-US" sz="2700" spc="-10" dirty="0">
                <a:latin typeface="Times New Roman"/>
                <a:cs typeface="Times New Roman"/>
              </a:rPr>
              <a:t> </a:t>
            </a:r>
            <a:r>
              <a:rPr lang="en-US" sz="2700" dirty="0">
                <a:latin typeface="Times New Roman"/>
                <a:cs typeface="Times New Roman"/>
              </a:rPr>
              <a:t>high</a:t>
            </a:r>
            <a:r>
              <a:rPr lang="en-US" sz="2700" spc="-10" dirty="0">
                <a:latin typeface="Times New Roman"/>
                <a:cs typeface="Times New Roman"/>
              </a:rPr>
              <a:t> level </a:t>
            </a:r>
            <a:r>
              <a:rPr lang="en-US" sz="2700" dirty="0">
                <a:latin typeface="Times New Roman"/>
                <a:cs typeface="Times New Roman"/>
              </a:rPr>
              <a:t>processes</a:t>
            </a:r>
            <a:r>
              <a:rPr lang="en-US" sz="2700" spc="-15" dirty="0">
                <a:latin typeface="Times New Roman"/>
                <a:cs typeface="Times New Roman"/>
              </a:rPr>
              <a:t> </a:t>
            </a:r>
            <a:r>
              <a:rPr lang="en-US" sz="2700" dirty="0">
                <a:latin typeface="Times New Roman"/>
                <a:cs typeface="Times New Roman"/>
              </a:rPr>
              <a:t>on</a:t>
            </a:r>
            <a:r>
              <a:rPr lang="en-US" sz="2700" spc="-10" dirty="0">
                <a:latin typeface="Times New Roman"/>
                <a:cs typeface="Times New Roman"/>
              </a:rPr>
              <a:t> </a:t>
            </a:r>
            <a:r>
              <a:rPr lang="en-US" sz="2700" dirty="0">
                <a:latin typeface="Times New Roman"/>
                <a:cs typeface="Times New Roman"/>
              </a:rPr>
              <a:t>Level</a:t>
            </a:r>
            <a:r>
              <a:rPr lang="en-US" sz="2700" spc="-10" dirty="0">
                <a:latin typeface="Times New Roman"/>
                <a:cs typeface="Times New Roman"/>
              </a:rPr>
              <a:t> </a:t>
            </a:r>
            <a:r>
              <a:rPr lang="en-US" sz="2700" dirty="0">
                <a:latin typeface="Times New Roman"/>
                <a:cs typeface="Times New Roman"/>
              </a:rPr>
              <a:t>0</a:t>
            </a:r>
            <a:r>
              <a:rPr lang="en-US" sz="2700" spc="-10" dirty="0">
                <a:latin typeface="Times New Roman"/>
                <a:cs typeface="Times New Roman"/>
              </a:rPr>
              <a:t> </a:t>
            </a:r>
            <a:r>
              <a:rPr lang="en-US" sz="2700" spc="-25" dirty="0">
                <a:latin typeface="Times New Roman"/>
                <a:cs typeface="Times New Roman"/>
              </a:rPr>
              <a:t>DFD</a:t>
            </a:r>
            <a:endParaRPr lang="en-US" sz="2700" dirty="0">
              <a:latin typeface="Times New Roman"/>
              <a:cs typeface="Times New Roman"/>
            </a:endParaRPr>
          </a:p>
          <a:p>
            <a:pPr marL="553720" indent="-172085">
              <a:spcBef>
                <a:spcPts val="165"/>
              </a:spcBef>
              <a:buChar char="•"/>
              <a:tabLst>
                <a:tab pos="554355" algn="l"/>
              </a:tabLst>
            </a:pPr>
            <a:r>
              <a:rPr lang="en-US" sz="2700" dirty="0">
                <a:latin typeface="Times New Roman"/>
                <a:cs typeface="Times New Roman"/>
              </a:rPr>
              <a:t>Inputs</a:t>
            </a:r>
            <a:r>
              <a:rPr lang="en-US" sz="2700" spc="-20" dirty="0">
                <a:latin typeface="Times New Roman"/>
                <a:cs typeface="Times New Roman"/>
              </a:rPr>
              <a:t> </a:t>
            </a:r>
            <a:r>
              <a:rPr lang="en-US" sz="2700" dirty="0">
                <a:latin typeface="Times New Roman"/>
                <a:cs typeface="Times New Roman"/>
              </a:rPr>
              <a:t>and</a:t>
            </a:r>
            <a:r>
              <a:rPr lang="en-US" sz="2700" spc="-15" dirty="0">
                <a:latin typeface="Times New Roman"/>
                <a:cs typeface="Times New Roman"/>
              </a:rPr>
              <a:t> </a:t>
            </a:r>
            <a:r>
              <a:rPr lang="en-US" sz="2700" dirty="0">
                <a:latin typeface="Times New Roman"/>
                <a:cs typeface="Times New Roman"/>
              </a:rPr>
              <a:t>outputs</a:t>
            </a:r>
            <a:r>
              <a:rPr lang="en-US" sz="2700" spc="-15" dirty="0">
                <a:latin typeface="Times New Roman"/>
                <a:cs typeface="Times New Roman"/>
              </a:rPr>
              <a:t> </a:t>
            </a:r>
            <a:r>
              <a:rPr lang="en-US" sz="2700" dirty="0">
                <a:latin typeface="Times New Roman"/>
                <a:cs typeface="Times New Roman"/>
              </a:rPr>
              <a:t>become</a:t>
            </a:r>
            <a:r>
              <a:rPr lang="en-US" sz="2700" spc="-15" dirty="0">
                <a:latin typeface="Times New Roman"/>
                <a:cs typeface="Times New Roman"/>
              </a:rPr>
              <a:t> </a:t>
            </a:r>
            <a:r>
              <a:rPr lang="en-US" sz="2700" dirty="0">
                <a:latin typeface="Times New Roman"/>
                <a:cs typeface="Times New Roman"/>
              </a:rPr>
              <a:t>data</a:t>
            </a:r>
            <a:r>
              <a:rPr lang="en-US" sz="2700" spc="-15" dirty="0">
                <a:latin typeface="Times New Roman"/>
                <a:cs typeface="Times New Roman"/>
              </a:rPr>
              <a:t> </a:t>
            </a:r>
            <a:r>
              <a:rPr lang="en-US" sz="2700" spc="-10" dirty="0">
                <a:latin typeface="Times New Roman"/>
                <a:cs typeface="Times New Roman"/>
              </a:rPr>
              <a:t>flows</a:t>
            </a:r>
            <a:endParaRPr lang="en-US" sz="2700" dirty="0">
              <a:latin typeface="Times New Roman"/>
              <a:cs typeface="Times New Roman"/>
            </a:endParaRPr>
          </a:p>
          <a:p>
            <a:pPr marL="553720" indent="-172085">
              <a:spcBef>
                <a:spcPts val="185"/>
              </a:spcBef>
              <a:buChar char="•"/>
              <a:tabLst>
                <a:tab pos="554355" algn="l"/>
              </a:tabLst>
            </a:pPr>
            <a:r>
              <a:rPr lang="en-US" sz="2700" dirty="0">
                <a:latin typeface="Times New Roman"/>
                <a:cs typeface="Times New Roman"/>
              </a:rPr>
              <a:t>Number</a:t>
            </a:r>
            <a:r>
              <a:rPr lang="en-US" sz="2700" spc="-10" dirty="0">
                <a:latin typeface="Times New Roman"/>
                <a:cs typeface="Times New Roman"/>
              </a:rPr>
              <a:t> </a:t>
            </a:r>
            <a:r>
              <a:rPr lang="en-US" sz="2700" dirty="0">
                <a:latin typeface="Times New Roman"/>
                <a:cs typeface="Times New Roman"/>
              </a:rPr>
              <a:t>process</a:t>
            </a:r>
            <a:r>
              <a:rPr lang="en-US" sz="2700" spc="-10" dirty="0">
                <a:latin typeface="Times New Roman"/>
                <a:cs typeface="Times New Roman"/>
              </a:rPr>
              <a:t> </a:t>
            </a:r>
            <a:r>
              <a:rPr lang="en-US" sz="2700" dirty="0">
                <a:latin typeface="Times New Roman"/>
                <a:cs typeface="Times New Roman"/>
              </a:rPr>
              <a:t>same as</a:t>
            </a:r>
            <a:r>
              <a:rPr lang="en-US" sz="2700" spc="-5" dirty="0">
                <a:latin typeface="Times New Roman"/>
                <a:cs typeface="Times New Roman"/>
              </a:rPr>
              <a:t> </a:t>
            </a:r>
            <a:r>
              <a:rPr lang="en-US" sz="2700" dirty="0">
                <a:latin typeface="Times New Roman"/>
                <a:cs typeface="Times New Roman"/>
              </a:rPr>
              <a:t>use</a:t>
            </a:r>
            <a:r>
              <a:rPr lang="en-US" sz="2700" spc="-10" dirty="0">
                <a:latin typeface="Times New Roman"/>
                <a:cs typeface="Times New Roman"/>
              </a:rPr>
              <a:t> </a:t>
            </a:r>
            <a:r>
              <a:rPr lang="en-US" sz="2700" dirty="0">
                <a:latin typeface="Times New Roman"/>
                <a:cs typeface="Times New Roman"/>
              </a:rPr>
              <a:t>case </a:t>
            </a:r>
            <a:r>
              <a:rPr lang="en-US" sz="2700" spc="-10" dirty="0">
                <a:latin typeface="Times New Roman"/>
                <a:cs typeface="Times New Roman"/>
              </a:rPr>
              <a:t>number</a:t>
            </a:r>
            <a:endParaRPr lang="en-US" sz="2700" dirty="0">
              <a:latin typeface="Times New Roman"/>
              <a:cs typeface="Times New Roman"/>
            </a:endParaRPr>
          </a:p>
          <a:p>
            <a:pPr marL="553720" indent="-172085">
              <a:spcBef>
                <a:spcPts val="190"/>
              </a:spcBef>
              <a:buChar char="•"/>
              <a:tabLst>
                <a:tab pos="554355" algn="l"/>
              </a:tabLst>
            </a:pPr>
            <a:r>
              <a:rPr lang="en-US" sz="2700" dirty="0">
                <a:latin typeface="Times New Roman"/>
                <a:cs typeface="Times New Roman"/>
              </a:rPr>
              <a:t>Change</a:t>
            </a:r>
            <a:r>
              <a:rPr lang="en-US" sz="2700" spc="-20" dirty="0">
                <a:latin typeface="Times New Roman"/>
                <a:cs typeface="Times New Roman"/>
              </a:rPr>
              <a:t> </a:t>
            </a:r>
            <a:r>
              <a:rPr lang="en-US" sz="2700" dirty="0">
                <a:latin typeface="Times New Roman"/>
                <a:cs typeface="Times New Roman"/>
              </a:rPr>
              <a:t>process</a:t>
            </a:r>
            <a:r>
              <a:rPr lang="en-US" sz="2700" spc="-15" dirty="0">
                <a:latin typeface="Times New Roman"/>
                <a:cs typeface="Times New Roman"/>
              </a:rPr>
              <a:t> </a:t>
            </a:r>
            <a:r>
              <a:rPr lang="en-US" sz="2700" dirty="0">
                <a:latin typeface="Times New Roman"/>
                <a:cs typeface="Times New Roman"/>
              </a:rPr>
              <a:t>name</a:t>
            </a:r>
            <a:r>
              <a:rPr lang="en-US" sz="2700" spc="-20" dirty="0">
                <a:latin typeface="Times New Roman"/>
                <a:cs typeface="Times New Roman"/>
              </a:rPr>
              <a:t> </a:t>
            </a:r>
            <a:r>
              <a:rPr lang="en-US" sz="2700" dirty="0">
                <a:latin typeface="Times New Roman"/>
                <a:cs typeface="Times New Roman"/>
              </a:rPr>
              <a:t>into</a:t>
            </a:r>
            <a:r>
              <a:rPr lang="en-US" sz="2700" spc="-15" dirty="0">
                <a:latin typeface="Times New Roman"/>
                <a:cs typeface="Times New Roman"/>
              </a:rPr>
              <a:t> </a:t>
            </a:r>
            <a:r>
              <a:rPr lang="en-US" sz="2700" dirty="0">
                <a:latin typeface="Times New Roman"/>
                <a:cs typeface="Times New Roman"/>
              </a:rPr>
              <a:t>verb</a:t>
            </a:r>
            <a:r>
              <a:rPr lang="en-US" sz="2700" spc="-15" dirty="0">
                <a:latin typeface="Times New Roman"/>
                <a:cs typeface="Times New Roman"/>
              </a:rPr>
              <a:t> </a:t>
            </a:r>
            <a:r>
              <a:rPr lang="en-US" sz="2700" spc="-10" dirty="0">
                <a:latin typeface="Times New Roman"/>
                <a:cs typeface="Times New Roman"/>
              </a:rPr>
              <a:t>phrase</a:t>
            </a:r>
            <a:endParaRPr lang="en-US" sz="2700" dirty="0">
              <a:latin typeface="Times New Roman"/>
              <a:cs typeface="Times New Roman"/>
            </a:endParaRPr>
          </a:p>
          <a:p>
            <a:pPr marL="553720" indent="-172085">
              <a:spcBef>
                <a:spcPts val="185"/>
              </a:spcBef>
              <a:buChar char="•"/>
              <a:tabLst>
                <a:tab pos="554355" algn="l"/>
              </a:tabLst>
            </a:pPr>
            <a:r>
              <a:rPr lang="en-US" sz="2700" dirty="0">
                <a:latin typeface="Times New Roman"/>
                <a:cs typeface="Times New Roman"/>
              </a:rPr>
              <a:t>Combine</a:t>
            </a:r>
            <a:r>
              <a:rPr lang="en-US" sz="2700" spc="-10" dirty="0">
                <a:latin typeface="Times New Roman"/>
                <a:cs typeface="Times New Roman"/>
              </a:rPr>
              <a:t> </a:t>
            </a:r>
            <a:r>
              <a:rPr lang="en-US" sz="2700" dirty="0">
                <a:latin typeface="Times New Roman"/>
                <a:cs typeface="Times New Roman"/>
              </a:rPr>
              <a:t>DFD</a:t>
            </a:r>
            <a:r>
              <a:rPr lang="en-US" sz="2700" spc="-10" dirty="0">
                <a:latin typeface="Times New Roman"/>
                <a:cs typeface="Times New Roman"/>
              </a:rPr>
              <a:t> </a:t>
            </a:r>
            <a:r>
              <a:rPr lang="en-US" sz="2700" dirty="0">
                <a:latin typeface="Times New Roman"/>
                <a:cs typeface="Times New Roman"/>
              </a:rPr>
              <a:t>fragments</a:t>
            </a:r>
            <a:r>
              <a:rPr lang="en-US" sz="2700" spc="-15" dirty="0">
                <a:latin typeface="Times New Roman"/>
                <a:cs typeface="Times New Roman"/>
              </a:rPr>
              <a:t> </a:t>
            </a:r>
            <a:r>
              <a:rPr lang="en-US" sz="2700" dirty="0">
                <a:latin typeface="Times New Roman"/>
                <a:cs typeface="Times New Roman"/>
              </a:rPr>
              <a:t>into</a:t>
            </a:r>
            <a:r>
              <a:rPr lang="en-US" sz="2700" spc="-10" dirty="0">
                <a:latin typeface="Times New Roman"/>
                <a:cs typeface="Times New Roman"/>
              </a:rPr>
              <a:t> </a:t>
            </a:r>
            <a:r>
              <a:rPr lang="en-US" sz="2700" dirty="0">
                <a:latin typeface="Times New Roman"/>
                <a:cs typeface="Times New Roman"/>
              </a:rPr>
              <a:t>one</a:t>
            </a:r>
            <a:r>
              <a:rPr lang="en-US" sz="2700" spc="-5" dirty="0">
                <a:latin typeface="Times New Roman"/>
                <a:cs typeface="Times New Roman"/>
              </a:rPr>
              <a:t> </a:t>
            </a:r>
            <a:r>
              <a:rPr lang="en-US" sz="2700" spc="-10" dirty="0">
                <a:latin typeface="Times New Roman"/>
                <a:cs typeface="Times New Roman"/>
              </a:rPr>
              <a:t>diagram</a:t>
            </a:r>
            <a:endParaRPr lang="en-US" sz="2700" dirty="0">
              <a:latin typeface="Times New Roman"/>
              <a:cs typeface="Times New Roman"/>
            </a:endParaRPr>
          </a:p>
          <a:p>
            <a:pPr marL="553720" marR="461009" indent="-171450">
              <a:lnSpc>
                <a:spcPts val="1730"/>
              </a:lnSpc>
              <a:spcBef>
                <a:spcPts val="400"/>
              </a:spcBef>
              <a:buChar char="•"/>
              <a:tabLst>
                <a:tab pos="554355" algn="l"/>
              </a:tabLst>
            </a:pPr>
            <a:r>
              <a:rPr lang="en-US" sz="2700" dirty="0">
                <a:latin typeface="Times New Roman"/>
                <a:cs typeface="Times New Roman"/>
              </a:rPr>
              <a:t>Each</a:t>
            </a:r>
            <a:r>
              <a:rPr lang="en-US" sz="2700" spc="-5" dirty="0">
                <a:latin typeface="Times New Roman"/>
                <a:cs typeface="Times New Roman"/>
              </a:rPr>
              <a:t> </a:t>
            </a:r>
            <a:r>
              <a:rPr lang="en-US" sz="2700" dirty="0">
                <a:latin typeface="Times New Roman"/>
                <a:cs typeface="Times New Roman"/>
              </a:rPr>
              <a:t>step</a:t>
            </a:r>
            <a:r>
              <a:rPr lang="en-US" sz="2700" spc="-10" dirty="0">
                <a:latin typeface="Times New Roman"/>
                <a:cs typeface="Times New Roman"/>
              </a:rPr>
              <a:t> </a:t>
            </a:r>
            <a:r>
              <a:rPr lang="en-US" sz="2700" dirty="0">
                <a:latin typeface="Times New Roman"/>
                <a:cs typeface="Times New Roman"/>
              </a:rPr>
              <a:t>becomes</a:t>
            </a:r>
            <a:r>
              <a:rPr lang="en-US" sz="2700" spc="-10" dirty="0">
                <a:latin typeface="Times New Roman"/>
                <a:cs typeface="Times New Roman"/>
              </a:rPr>
              <a:t> </a:t>
            </a:r>
            <a:r>
              <a:rPr lang="en-US" sz="2700" dirty="0">
                <a:latin typeface="Times New Roman"/>
                <a:cs typeface="Times New Roman"/>
              </a:rPr>
              <a:t>a process</a:t>
            </a:r>
            <a:r>
              <a:rPr lang="en-US" sz="2700" spc="-5" dirty="0">
                <a:latin typeface="Times New Roman"/>
                <a:cs typeface="Times New Roman"/>
              </a:rPr>
              <a:t> </a:t>
            </a:r>
            <a:r>
              <a:rPr lang="en-US" sz="2700" dirty="0">
                <a:latin typeface="Times New Roman"/>
                <a:cs typeface="Times New Roman"/>
              </a:rPr>
              <a:t>for</a:t>
            </a:r>
            <a:r>
              <a:rPr lang="en-US" sz="2700" spc="-5" dirty="0">
                <a:latin typeface="Times New Roman"/>
                <a:cs typeface="Times New Roman"/>
              </a:rPr>
              <a:t> </a:t>
            </a:r>
            <a:r>
              <a:rPr lang="en-US" sz="2700" dirty="0">
                <a:latin typeface="Times New Roman"/>
                <a:cs typeface="Times New Roman"/>
              </a:rPr>
              <a:t>the</a:t>
            </a:r>
            <a:r>
              <a:rPr lang="en-US" sz="2700" spc="-5" dirty="0">
                <a:latin typeface="Times New Roman"/>
                <a:cs typeface="Times New Roman"/>
              </a:rPr>
              <a:t> </a:t>
            </a:r>
            <a:r>
              <a:rPr lang="en-US" sz="2700" dirty="0">
                <a:latin typeface="Times New Roman"/>
                <a:cs typeface="Times New Roman"/>
              </a:rPr>
              <a:t>level </a:t>
            </a:r>
            <a:r>
              <a:rPr lang="en-US" sz="2700" spc="-50" dirty="0">
                <a:latin typeface="Times New Roman"/>
                <a:cs typeface="Times New Roman"/>
              </a:rPr>
              <a:t>1 </a:t>
            </a:r>
            <a:r>
              <a:rPr lang="en-US" sz="2700" spc="-25" dirty="0">
                <a:latin typeface="Times New Roman"/>
                <a:cs typeface="Times New Roman"/>
              </a:rPr>
              <a:t>DFD</a:t>
            </a:r>
            <a:endParaRPr lang="en-US" sz="27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500" dirty="0">
              <a:latin typeface="Times New Roman"/>
              <a:cs typeface="Times New Roman"/>
            </a:endParaRPr>
          </a:p>
          <a:p>
            <a:pPr>
              <a:spcBef>
                <a:spcPts val="50"/>
              </a:spcBef>
            </a:pPr>
            <a:endParaRPr sz="1650" dirty="0">
              <a:latin typeface="Times New Roman"/>
              <a:cs typeface="Times New Roman"/>
            </a:endParaRPr>
          </a:p>
          <a:p>
            <a:pPr marR="374015" algn="r"/>
            <a:r>
              <a:rPr sz="700" spc="-25" dirty="0">
                <a:latin typeface="Times New Roman"/>
                <a:cs typeface="Times New Roman"/>
              </a:rPr>
              <a:t>41</a:t>
            </a:r>
            <a:endParaRPr sz="7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7890768" y="8086398"/>
            <a:ext cx="115570" cy="110928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spcBef>
                <a:spcPts val="25"/>
              </a:spcBef>
            </a:pPr>
            <a:r>
              <a:rPr sz="700" spc="-25" dirty="0">
                <a:latin typeface="Times New Roman"/>
                <a:cs typeface="Times New Roman"/>
              </a:rPr>
              <a:t>44</a:t>
            </a:r>
            <a:endParaRPr sz="700">
              <a:latin typeface="Times New Roman"/>
              <a:cs typeface="Times New Roman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152400" y="774192"/>
            <a:ext cx="11506199" cy="7626447"/>
          </a:xfrm>
          <a:prstGeom prst="rect">
            <a:avLst/>
          </a:prstGeom>
          <a:ln w="12953">
            <a:solidFill>
              <a:srgbClr val="000000"/>
            </a:solidFill>
          </a:ln>
        </p:spPr>
        <p:txBody>
          <a:bodyPr vert="horz" wrap="square" lIns="0" tIns="156210" rIns="0" bIns="0" rtlCol="0">
            <a:spAutoFit/>
          </a:bodyPr>
          <a:lstStyle/>
          <a:p>
            <a:pPr algn="ctr">
              <a:spcBef>
                <a:spcPts val="1230"/>
              </a:spcBef>
            </a:pPr>
            <a:r>
              <a:rPr sz="2700" b="1" dirty="0">
                <a:latin typeface="Times New Roman"/>
                <a:cs typeface="Times New Roman"/>
              </a:rPr>
              <a:t>Key</a:t>
            </a:r>
            <a:r>
              <a:rPr sz="2700" spc="-35" dirty="0">
                <a:latin typeface="Times New Roman"/>
                <a:cs typeface="Times New Roman"/>
              </a:rPr>
              <a:t> </a:t>
            </a:r>
            <a:r>
              <a:rPr sz="2700" b="1" spc="-10" dirty="0">
                <a:latin typeface="Times New Roman"/>
                <a:cs typeface="Times New Roman"/>
              </a:rPr>
              <a:t>Definitions</a:t>
            </a:r>
            <a:endParaRPr sz="27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700" dirty="0">
              <a:latin typeface="Times New Roman"/>
              <a:cs typeface="Times New Roman"/>
            </a:endParaRPr>
          </a:p>
          <a:p>
            <a:pPr marL="553720" marR="981710" indent="-171450">
              <a:spcBef>
                <a:spcPts val="1715"/>
              </a:spcBef>
              <a:buChar char="•"/>
              <a:tabLst>
                <a:tab pos="554355" algn="l"/>
              </a:tabLst>
            </a:pPr>
            <a:r>
              <a:rPr sz="2700" dirty="0">
                <a:latin typeface="Times New Roman"/>
                <a:cs typeface="Times New Roman"/>
              </a:rPr>
              <a:t>A</a:t>
            </a:r>
            <a:r>
              <a:rPr sz="2700" spc="-20" dirty="0">
                <a:latin typeface="Times New Roman"/>
                <a:cs typeface="Times New Roman"/>
              </a:rPr>
              <a:t> </a:t>
            </a:r>
            <a:r>
              <a:rPr sz="2700" i="1" dirty="0">
                <a:latin typeface="Times New Roman"/>
                <a:cs typeface="Times New Roman"/>
              </a:rPr>
              <a:t>process</a:t>
            </a:r>
            <a:r>
              <a:rPr sz="2700" spc="-10" dirty="0">
                <a:latin typeface="Times New Roman"/>
                <a:cs typeface="Times New Roman"/>
              </a:rPr>
              <a:t> </a:t>
            </a:r>
            <a:r>
              <a:rPr sz="2700" i="1" dirty="0">
                <a:latin typeface="Times New Roman"/>
                <a:cs typeface="Times New Roman"/>
              </a:rPr>
              <a:t>model</a:t>
            </a:r>
            <a:r>
              <a:rPr sz="2700" spc="-5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is</a:t>
            </a:r>
            <a:r>
              <a:rPr sz="2700" spc="-15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a</a:t>
            </a:r>
            <a:r>
              <a:rPr sz="2700" spc="-5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formal</a:t>
            </a:r>
            <a:r>
              <a:rPr sz="2700" spc="-15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way</a:t>
            </a:r>
            <a:r>
              <a:rPr sz="2700" spc="-5" dirty="0">
                <a:latin typeface="Times New Roman"/>
                <a:cs typeface="Times New Roman"/>
              </a:rPr>
              <a:t> </a:t>
            </a:r>
            <a:r>
              <a:rPr sz="2700" spc="-25" dirty="0">
                <a:latin typeface="Times New Roman"/>
                <a:cs typeface="Times New Roman"/>
              </a:rPr>
              <a:t>of </a:t>
            </a:r>
            <a:r>
              <a:rPr sz="2700" dirty="0">
                <a:latin typeface="Times New Roman"/>
                <a:cs typeface="Times New Roman"/>
              </a:rPr>
              <a:t>representing</a:t>
            </a:r>
            <a:r>
              <a:rPr sz="2700" spc="-25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how</a:t>
            </a:r>
            <a:r>
              <a:rPr sz="2700" spc="-25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a</a:t>
            </a:r>
            <a:r>
              <a:rPr sz="2700" spc="-25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business</a:t>
            </a:r>
            <a:r>
              <a:rPr sz="2700" spc="-25" dirty="0">
                <a:latin typeface="Times New Roman"/>
                <a:cs typeface="Times New Roman"/>
              </a:rPr>
              <a:t> </a:t>
            </a:r>
            <a:r>
              <a:rPr sz="2700" spc="-10" dirty="0">
                <a:latin typeface="Times New Roman"/>
                <a:cs typeface="Times New Roman"/>
              </a:rPr>
              <a:t>operates</a:t>
            </a:r>
            <a:endParaRPr sz="2700" dirty="0">
              <a:latin typeface="Times New Roman"/>
              <a:cs typeface="Times New Roman"/>
            </a:endParaRPr>
          </a:p>
          <a:p>
            <a:pPr marL="553720" marR="595630" indent="-171450">
              <a:spcBef>
                <a:spcPts val="375"/>
              </a:spcBef>
              <a:buFont typeface="Times New Roman"/>
              <a:buChar char="•"/>
              <a:tabLst>
                <a:tab pos="554355" algn="l"/>
              </a:tabLst>
            </a:pPr>
            <a:r>
              <a:rPr sz="2700" i="1" dirty="0">
                <a:latin typeface="Times New Roman"/>
                <a:cs typeface="Times New Roman"/>
              </a:rPr>
              <a:t>Data</a:t>
            </a:r>
            <a:r>
              <a:rPr sz="2700" spc="-15" dirty="0">
                <a:latin typeface="Times New Roman"/>
                <a:cs typeface="Times New Roman"/>
              </a:rPr>
              <a:t> </a:t>
            </a:r>
            <a:r>
              <a:rPr sz="2700" i="1" dirty="0">
                <a:latin typeface="Times New Roman"/>
                <a:cs typeface="Times New Roman"/>
              </a:rPr>
              <a:t>flow</a:t>
            </a:r>
            <a:r>
              <a:rPr sz="2700" spc="-15" dirty="0">
                <a:latin typeface="Times New Roman"/>
                <a:cs typeface="Times New Roman"/>
              </a:rPr>
              <a:t> </a:t>
            </a:r>
            <a:r>
              <a:rPr sz="2700" i="1" dirty="0">
                <a:latin typeface="Times New Roman"/>
                <a:cs typeface="Times New Roman"/>
              </a:rPr>
              <a:t>diagramming</a:t>
            </a:r>
            <a:r>
              <a:rPr sz="2700" spc="-15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shows</a:t>
            </a:r>
            <a:r>
              <a:rPr sz="2700" spc="-15" dirty="0">
                <a:latin typeface="Times New Roman"/>
                <a:cs typeface="Times New Roman"/>
              </a:rPr>
              <a:t> </a:t>
            </a:r>
            <a:r>
              <a:rPr sz="2700" spc="-10" dirty="0">
                <a:latin typeface="Times New Roman"/>
                <a:cs typeface="Times New Roman"/>
              </a:rPr>
              <a:t>business </a:t>
            </a:r>
            <a:r>
              <a:rPr sz="2700" dirty="0">
                <a:latin typeface="Times New Roman"/>
                <a:cs typeface="Times New Roman"/>
              </a:rPr>
              <a:t>processes</a:t>
            </a:r>
            <a:r>
              <a:rPr sz="2700" spc="-5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and</a:t>
            </a:r>
            <a:r>
              <a:rPr sz="2700" spc="-5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the data</a:t>
            </a:r>
            <a:r>
              <a:rPr sz="2700" spc="-5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that</a:t>
            </a:r>
            <a:r>
              <a:rPr sz="2700" spc="-5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flows</a:t>
            </a:r>
            <a:r>
              <a:rPr sz="2700" spc="-10" dirty="0">
                <a:latin typeface="Times New Roman"/>
                <a:cs typeface="Times New Roman"/>
              </a:rPr>
              <a:t> between </a:t>
            </a:r>
            <a:r>
              <a:rPr sz="2700" spc="-20" dirty="0">
                <a:latin typeface="Times New Roman"/>
                <a:cs typeface="Times New Roman"/>
              </a:rPr>
              <a:t>them</a:t>
            </a:r>
            <a:endParaRPr sz="27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7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700" dirty="0">
              <a:latin typeface="Times New Roman"/>
              <a:cs typeface="Times New Roman"/>
            </a:endParaRPr>
          </a:p>
          <a:p>
            <a:pPr algn="ctr">
              <a:spcBef>
                <a:spcPts val="1230"/>
              </a:spcBef>
            </a:pPr>
            <a:r>
              <a:rPr lang="en-US" sz="2700" b="1" dirty="0">
                <a:latin typeface="Times New Roman"/>
                <a:cs typeface="Times New Roman"/>
              </a:rPr>
              <a:t>Key</a:t>
            </a:r>
            <a:r>
              <a:rPr lang="en-US" sz="2700" spc="-35" dirty="0">
                <a:latin typeface="Times New Roman"/>
                <a:cs typeface="Times New Roman"/>
              </a:rPr>
              <a:t> </a:t>
            </a:r>
            <a:r>
              <a:rPr lang="en-US" sz="2700" b="1" spc="-10" dirty="0">
                <a:latin typeface="Times New Roman"/>
                <a:cs typeface="Times New Roman"/>
              </a:rPr>
              <a:t>Definitions</a:t>
            </a:r>
            <a:endParaRPr lang="en-US" sz="27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lang="en-US" sz="2700" dirty="0">
              <a:latin typeface="Times New Roman"/>
              <a:cs typeface="Times New Roman"/>
            </a:endParaRPr>
          </a:p>
          <a:p>
            <a:pPr marL="553720" marR="468630" indent="-171450">
              <a:spcBef>
                <a:spcPts val="1715"/>
              </a:spcBef>
              <a:buFont typeface="Times New Roman"/>
              <a:buChar char="•"/>
              <a:tabLst>
                <a:tab pos="554355" algn="l"/>
              </a:tabLst>
            </a:pPr>
            <a:r>
              <a:rPr lang="en-US" sz="2700" i="1" dirty="0">
                <a:latin typeface="Times New Roman"/>
                <a:cs typeface="Times New Roman"/>
              </a:rPr>
              <a:t>Logical</a:t>
            </a:r>
            <a:r>
              <a:rPr lang="en-US" sz="2700" spc="-20" dirty="0">
                <a:latin typeface="Times New Roman"/>
                <a:cs typeface="Times New Roman"/>
              </a:rPr>
              <a:t> </a:t>
            </a:r>
            <a:r>
              <a:rPr lang="en-US" sz="2700" i="1" dirty="0">
                <a:latin typeface="Times New Roman"/>
                <a:cs typeface="Times New Roman"/>
              </a:rPr>
              <a:t>process</a:t>
            </a:r>
            <a:r>
              <a:rPr lang="en-US" sz="2700" spc="-15" dirty="0">
                <a:latin typeface="Times New Roman"/>
                <a:cs typeface="Times New Roman"/>
              </a:rPr>
              <a:t> </a:t>
            </a:r>
            <a:r>
              <a:rPr lang="en-US" sz="2700" dirty="0">
                <a:latin typeface="Times New Roman"/>
                <a:cs typeface="Times New Roman"/>
              </a:rPr>
              <a:t>models</a:t>
            </a:r>
            <a:r>
              <a:rPr lang="en-US" sz="2700" spc="-15" dirty="0">
                <a:latin typeface="Times New Roman"/>
                <a:cs typeface="Times New Roman"/>
              </a:rPr>
              <a:t> </a:t>
            </a:r>
            <a:r>
              <a:rPr lang="en-US" sz="2700" dirty="0">
                <a:latin typeface="Times New Roman"/>
                <a:cs typeface="Times New Roman"/>
              </a:rPr>
              <a:t>describe</a:t>
            </a:r>
            <a:r>
              <a:rPr lang="en-US" sz="2700" spc="-15" dirty="0">
                <a:latin typeface="Times New Roman"/>
                <a:cs typeface="Times New Roman"/>
              </a:rPr>
              <a:t> </a:t>
            </a:r>
            <a:r>
              <a:rPr lang="en-US" sz="2700" spc="-10" dirty="0">
                <a:latin typeface="Times New Roman"/>
                <a:cs typeface="Times New Roman"/>
              </a:rPr>
              <a:t>processes </a:t>
            </a:r>
            <a:r>
              <a:rPr lang="en-US" sz="2700" dirty="0">
                <a:latin typeface="Times New Roman"/>
                <a:cs typeface="Times New Roman"/>
              </a:rPr>
              <a:t>without</a:t>
            </a:r>
            <a:r>
              <a:rPr lang="en-US" sz="2700" spc="-20" dirty="0">
                <a:latin typeface="Times New Roman"/>
                <a:cs typeface="Times New Roman"/>
              </a:rPr>
              <a:t> </a:t>
            </a:r>
            <a:r>
              <a:rPr lang="en-US" sz="2700" dirty="0">
                <a:latin typeface="Times New Roman"/>
                <a:cs typeface="Times New Roman"/>
              </a:rPr>
              <a:t>suggesting</a:t>
            </a:r>
            <a:r>
              <a:rPr lang="en-US" sz="2700" spc="-5" dirty="0">
                <a:latin typeface="Times New Roman"/>
                <a:cs typeface="Times New Roman"/>
              </a:rPr>
              <a:t> </a:t>
            </a:r>
            <a:r>
              <a:rPr lang="en-US" sz="2700" dirty="0">
                <a:latin typeface="Times New Roman"/>
                <a:cs typeface="Times New Roman"/>
              </a:rPr>
              <a:t>how</a:t>
            </a:r>
            <a:r>
              <a:rPr lang="en-US" sz="2700" spc="-10" dirty="0">
                <a:latin typeface="Times New Roman"/>
                <a:cs typeface="Times New Roman"/>
              </a:rPr>
              <a:t> </a:t>
            </a:r>
            <a:r>
              <a:rPr lang="en-US" sz="2700" dirty="0">
                <a:latin typeface="Times New Roman"/>
                <a:cs typeface="Times New Roman"/>
              </a:rPr>
              <a:t>they</a:t>
            </a:r>
            <a:r>
              <a:rPr lang="en-US" sz="2700" spc="-5" dirty="0">
                <a:latin typeface="Times New Roman"/>
                <a:cs typeface="Times New Roman"/>
              </a:rPr>
              <a:t> </a:t>
            </a:r>
            <a:r>
              <a:rPr lang="en-US" sz="2700" dirty="0">
                <a:latin typeface="Times New Roman"/>
                <a:cs typeface="Times New Roman"/>
              </a:rPr>
              <a:t>are</a:t>
            </a:r>
            <a:r>
              <a:rPr lang="en-US" sz="2700" spc="-5" dirty="0">
                <a:latin typeface="Times New Roman"/>
                <a:cs typeface="Times New Roman"/>
              </a:rPr>
              <a:t> </a:t>
            </a:r>
            <a:r>
              <a:rPr lang="en-US" sz="2700" spc="-10" dirty="0">
                <a:latin typeface="Times New Roman"/>
                <a:cs typeface="Times New Roman"/>
              </a:rPr>
              <a:t>conducted</a:t>
            </a:r>
            <a:endParaRPr lang="en-US" sz="2700" dirty="0">
              <a:latin typeface="Times New Roman"/>
              <a:cs typeface="Times New Roman"/>
            </a:endParaRPr>
          </a:p>
          <a:p>
            <a:pPr marL="553720" marR="506095" indent="-171450">
              <a:spcBef>
                <a:spcPts val="375"/>
              </a:spcBef>
              <a:buFont typeface="Times New Roman"/>
              <a:buChar char="•"/>
              <a:tabLst>
                <a:tab pos="554355" algn="l"/>
              </a:tabLst>
            </a:pPr>
            <a:r>
              <a:rPr lang="en-US" sz="2700" i="1" dirty="0">
                <a:latin typeface="Times New Roman"/>
                <a:cs typeface="Times New Roman"/>
              </a:rPr>
              <a:t>Physical</a:t>
            </a:r>
            <a:r>
              <a:rPr lang="en-US" sz="2700" spc="-30" dirty="0">
                <a:latin typeface="Times New Roman"/>
                <a:cs typeface="Times New Roman"/>
              </a:rPr>
              <a:t> </a:t>
            </a:r>
            <a:r>
              <a:rPr lang="en-US" sz="2700" i="1" dirty="0">
                <a:latin typeface="Times New Roman"/>
                <a:cs typeface="Times New Roman"/>
              </a:rPr>
              <a:t>models</a:t>
            </a:r>
            <a:r>
              <a:rPr lang="en-US" sz="2700" spc="-5" dirty="0">
                <a:latin typeface="Times New Roman"/>
                <a:cs typeface="Times New Roman"/>
              </a:rPr>
              <a:t> </a:t>
            </a:r>
            <a:r>
              <a:rPr lang="en-US" sz="2700" dirty="0">
                <a:latin typeface="Times New Roman"/>
                <a:cs typeface="Times New Roman"/>
              </a:rPr>
              <a:t>include</a:t>
            </a:r>
            <a:r>
              <a:rPr lang="en-US" sz="2700" spc="-10" dirty="0">
                <a:latin typeface="Times New Roman"/>
                <a:cs typeface="Times New Roman"/>
              </a:rPr>
              <a:t> </a:t>
            </a:r>
            <a:r>
              <a:rPr lang="en-US" sz="2700" dirty="0">
                <a:latin typeface="Times New Roman"/>
                <a:cs typeface="Times New Roman"/>
              </a:rPr>
              <a:t>information</a:t>
            </a:r>
            <a:r>
              <a:rPr lang="en-US" sz="2700" spc="-10" dirty="0">
                <a:latin typeface="Times New Roman"/>
                <a:cs typeface="Times New Roman"/>
              </a:rPr>
              <a:t> about </a:t>
            </a:r>
            <a:r>
              <a:rPr lang="en-US" sz="2700" dirty="0">
                <a:latin typeface="Times New Roman"/>
                <a:cs typeface="Times New Roman"/>
              </a:rPr>
              <a:t>how</a:t>
            </a:r>
            <a:r>
              <a:rPr lang="en-US" sz="2700" spc="-10" dirty="0">
                <a:latin typeface="Times New Roman"/>
                <a:cs typeface="Times New Roman"/>
              </a:rPr>
              <a:t> </a:t>
            </a:r>
            <a:r>
              <a:rPr lang="en-US" sz="2700" dirty="0">
                <a:latin typeface="Times New Roman"/>
                <a:cs typeface="Times New Roman"/>
              </a:rPr>
              <a:t>the</a:t>
            </a:r>
            <a:r>
              <a:rPr lang="en-US" sz="2700" spc="-5" dirty="0">
                <a:latin typeface="Times New Roman"/>
                <a:cs typeface="Times New Roman"/>
              </a:rPr>
              <a:t> </a:t>
            </a:r>
            <a:r>
              <a:rPr lang="en-US" sz="2700" dirty="0">
                <a:latin typeface="Times New Roman"/>
                <a:cs typeface="Times New Roman"/>
              </a:rPr>
              <a:t>processes</a:t>
            </a:r>
            <a:r>
              <a:rPr lang="en-US" sz="2700" spc="-10" dirty="0">
                <a:latin typeface="Times New Roman"/>
                <a:cs typeface="Times New Roman"/>
              </a:rPr>
              <a:t> </a:t>
            </a:r>
            <a:r>
              <a:rPr lang="en-US" sz="2700" dirty="0">
                <a:latin typeface="Times New Roman"/>
                <a:cs typeface="Times New Roman"/>
              </a:rPr>
              <a:t>are</a:t>
            </a:r>
            <a:r>
              <a:rPr lang="en-US" sz="2700" spc="-5" dirty="0">
                <a:latin typeface="Times New Roman"/>
                <a:cs typeface="Times New Roman"/>
              </a:rPr>
              <a:t> </a:t>
            </a:r>
            <a:r>
              <a:rPr lang="en-US" sz="2700" spc="-10" dirty="0">
                <a:latin typeface="Times New Roman"/>
                <a:cs typeface="Times New Roman"/>
              </a:rPr>
              <a:t>implemented</a:t>
            </a:r>
            <a:endParaRPr lang="en-US" sz="27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700" dirty="0">
              <a:latin typeface="Times New Roman"/>
              <a:cs typeface="Times New Roman"/>
            </a:endParaRPr>
          </a:p>
          <a:p>
            <a:pPr marR="374015" algn="r">
              <a:spcBef>
                <a:spcPts val="994"/>
              </a:spcBef>
            </a:pPr>
            <a:r>
              <a:rPr sz="2700" spc="-25" dirty="0">
                <a:latin typeface="Times New Roman"/>
                <a:cs typeface="Times New Roman"/>
              </a:rPr>
              <a:t>43</a:t>
            </a:r>
            <a:endParaRPr sz="27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7890768" y="8086398"/>
            <a:ext cx="115570" cy="110928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spcBef>
                <a:spcPts val="25"/>
              </a:spcBef>
            </a:pPr>
            <a:r>
              <a:rPr sz="700" spc="-25" dirty="0">
                <a:latin typeface="Times New Roman"/>
                <a:cs typeface="Times New Roman"/>
              </a:rPr>
              <a:t>46</a:t>
            </a:r>
            <a:endParaRPr sz="700">
              <a:latin typeface="Times New Roman"/>
              <a:cs typeface="Times New Roman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228600" y="484342"/>
            <a:ext cx="11353799" cy="7344318"/>
          </a:xfrm>
          <a:prstGeom prst="rect">
            <a:avLst/>
          </a:prstGeom>
          <a:ln w="12953">
            <a:solidFill>
              <a:srgbClr val="000000"/>
            </a:solidFill>
          </a:ln>
        </p:spPr>
        <p:txBody>
          <a:bodyPr vert="horz" wrap="square" lIns="0" tIns="41910" rIns="0" bIns="0" rtlCol="0">
            <a:spAutoFit/>
          </a:bodyPr>
          <a:lstStyle/>
          <a:p>
            <a:pPr marL="488315" marR="407670" indent="153035">
              <a:spcBef>
                <a:spcPts val="330"/>
              </a:spcBef>
            </a:pPr>
            <a:r>
              <a:rPr sz="2700" b="1" dirty="0">
                <a:latin typeface="Times New Roman"/>
                <a:cs typeface="Times New Roman"/>
              </a:rPr>
              <a:t>Creating</a:t>
            </a:r>
            <a:r>
              <a:rPr sz="2700" spc="-60" dirty="0">
                <a:latin typeface="Times New Roman"/>
                <a:cs typeface="Times New Roman"/>
              </a:rPr>
              <a:t> </a:t>
            </a:r>
            <a:r>
              <a:rPr sz="2700" b="1" dirty="0">
                <a:latin typeface="Times New Roman"/>
                <a:cs typeface="Times New Roman"/>
              </a:rPr>
              <a:t>Data</a:t>
            </a:r>
            <a:r>
              <a:rPr sz="2700" spc="-60" dirty="0">
                <a:latin typeface="Times New Roman"/>
                <a:cs typeface="Times New Roman"/>
              </a:rPr>
              <a:t> </a:t>
            </a:r>
            <a:r>
              <a:rPr sz="2700" b="1" dirty="0">
                <a:latin typeface="Times New Roman"/>
                <a:cs typeface="Times New Roman"/>
              </a:rPr>
              <a:t>Flow</a:t>
            </a:r>
            <a:r>
              <a:rPr sz="2700" spc="-55" dirty="0">
                <a:latin typeface="Times New Roman"/>
                <a:cs typeface="Times New Roman"/>
              </a:rPr>
              <a:t> </a:t>
            </a:r>
            <a:r>
              <a:rPr sz="2700" b="1" spc="-10" dirty="0">
                <a:latin typeface="Times New Roman"/>
                <a:cs typeface="Times New Roman"/>
              </a:rPr>
              <a:t>Diagrams:</a:t>
            </a:r>
            <a:r>
              <a:rPr sz="2700" spc="-10" dirty="0">
                <a:latin typeface="Times New Roman"/>
                <a:cs typeface="Times New Roman"/>
              </a:rPr>
              <a:t> </a:t>
            </a:r>
            <a:r>
              <a:rPr sz="2700" b="1" dirty="0">
                <a:latin typeface="Times New Roman"/>
                <a:cs typeface="Times New Roman"/>
              </a:rPr>
              <a:t>Integrating</a:t>
            </a:r>
            <a:r>
              <a:rPr sz="2700" spc="-95" dirty="0">
                <a:latin typeface="Times New Roman"/>
                <a:cs typeface="Times New Roman"/>
              </a:rPr>
              <a:t> </a:t>
            </a:r>
            <a:r>
              <a:rPr sz="2700" b="1" dirty="0">
                <a:latin typeface="Times New Roman"/>
                <a:cs typeface="Times New Roman"/>
              </a:rPr>
              <a:t>Scenario</a:t>
            </a:r>
            <a:r>
              <a:rPr sz="2700" spc="-90" dirty="0">
                <a:latin typeface="Times New Roman"/>
                <a:cs typeface="Times New Roman"/>
              </a:rPr>
              <a:t> </a:t>
            </a:r>
            <a:r>
              <a:rPr sz="2700" b="1" spc="-10" dirty="0">
                <a:latin typeface="Times New Roman"/>
                <a:cs typeface="Times New Roman"/>
              </a:rPr>
              <a:t>Descriptions</a:t>
            </a:r>
            <a:endParaRPr sz="2700" dirty="0">
              <a:latin typeface="Times New Roman"/>
              <a:cs typeface="Times New Roman"/>
            </a:endParaRPr>
          </a:p>
          <a:p>
            <a:pPr>
              <a:spcBef>
                <a:spcPts val="55"/>
              </a:spcBef>
            </a:pPr>
            <a:endParaRPr sz="2700" dirty="0">
              <a:latin typeface="Times New Roman"/>
              <a:cs typeface="Times New Roman"/>
            </a:endParaRPr>
          </a:p>
          <a:p>
            <a:pPr marL="553720" indent="-172085">
              <a:buChar char="•"/>
              <a:tabLst>
                <a:tab pos="554355" algn="l"/>
              </a:tabLst>
            </a:pPr>
            <a:r>
              <a:rPr sz="2700" dirty="0">
                <a:latin typeface="Times New Roman"/>
                <a:cs typeface="Times New Roman"/>
              </a:rPr>
              <a:t>DFDs</a:t>
            </a:r>
            <a:r>
              <a:rPr sz="2700" spc="-65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generally</a:t>
            </a:r>
            <a:r>
              <a:rPr sz="2700" spc="-65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integrate</a:t>
            </a:r>
            <a:r>
              <a:rPr sz="2700" spc="-60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scenario</a:t>
            </a:r>
            <a:r>
              <a:rPr sz="2700" spc="-65" dirty="0">
                <a:latin typeface="Times New Roman"/>
                <a:cs typeface="Times New Roman"/>
              </a:rPr>
              <a:t> </a:t>
            </a:r>
            <a:r>
              <a:rPr sz="2700" spc="-10" dirty="0">
                <a:latin typeface="Times New Roman"/>
                <a:cs typeface="Times New Roman"/>
              </a:rPr>
              <a:t>descriptions</a:t>
            </a:r>
            <a:endParaRPr sz="2700" dirty="0">
              <a:latin typeface="Times New Roman"/>
              <a:cs typeface="Times New Roman"/>
            </a:endParaRPr>
          </a:p>
          <a:p>
            <a:pPr marL="553720" indent="-172085">
              <a:spcBef>
                <a:spcPts val="340"/>
              </a:spcBef>
              <a:buChar char="•"/>
              <a:tabLst>
                <a:tab pos="554355" algn="l"/>
              </a:tabLst>
            </a:pPr>
            <a:r>
              <a:rPr sz="2700" dirty="0">
                <a:latin typeface="Times New Roman"/>
                <a:cs typeface="Times New Roman"/>
              </a:rPr>
              <a:t>Names</a:t>
            </a:r>
            <a:r>
              <a:rPr sz="2700" spc="-45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of</a:t>
            </a:r>
            <a:r>
              <a:rPr sz="2700" spc="-40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use</a:t>
            </a:r>
            <a:r>
              <a:rPr sz="2700" spc="-45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cases</a:t>
            </a:r>
            <a:r>
              <a:rPr sz="2700" spc="-40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become</a:t>
            </a:r>
            <a:r>
              <a:rPr sz="2700" spc="-45" dirty="0">
                <a:latin typeface="Times New Roman"/>
                <a:cs typeface="Times New Roman"/>
              </a:rPr>
              <a:t> </a:t>
            </a:r>
            <a:r>
              <a:rPr sz="2700" spc="-10" dirty="0">
                <a:latin typeface="Times New Roman"/>
                <a:cs typeface="Times New Roman"/>
              </a:rPr>
              <a:t>processes</a:t>
            </a:r>
            <a:endParaRPr sz="2700" dirty="0">
              <a:latin typeface="Times New Roman"/>
              <a:cs typeface="Times New Roman"/>
            </a:endParaRPr>
          </a:p>
          <a:p>
            <a:pPr marL="553720" indent="-172085">
              <a:spcBef>
                <a:spcPts val="335"/>
              </a:spcBef>
              <a:buChar char="•"/>
              <a:tabLst>
                <a:tab pos="554355" algn="l"/>
              </a:tabLst>
            </a:pPr>
            <a:r>
              <a:rPr sz="2700" dirty="0">
                <a:latin typeface="Times New Roman"/>
                <a:cs typeface="Times New Roman"/>
              </a:rPr>
              <a:t>Names</a:t>
            </a:r>
            <a:r>
              <a:rPr sz="2700" spc="-45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of</a:t>
            </a:r>
            <a:r>
              <a:rPr sz="2700" spc="-40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inputs</a:t>
            </a:r>
            <a:r>
              <a:rPr sz="2700" spc="-40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and</a:t>
            </a:r>
            <a:r>
              <a:rPr sz="2700" spc="-40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outputs</a:t>
            </a:r>
            <a:r>
              <a:rPr sz="2700" spc="-40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become</a:t>
            </a:r>
            <a:r>
              <a:rPr sz="2700" spc="-40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data</a:t>
            </a:r>
            <a:r>
              <a:rPr sz="2700" spc="-40" dirty="0">
                <a:latin typeface="Times New Roman"/>
                <a:cs typeface="Times New Roman"/>
              </a:rPr>
              <a:t> </a:t>
            </a:r>
            <a:r>
              <a:rPr sz="2700" spc="-20" dirty="0">
                <a:latin typeface="Times New Roman"/>
                <a:cs typeface="Times New Roman"/>
              </a:rPr>
              <a:t>flows</a:t>
            </a:r>
            <a:endParaRPr sz="2700" dirty="0">
              <a:latin typeface="Times New Roman"/>
              <a:cs typeface="Times New Roman"/>
            </a:endParaRPr>
          </a:p>
          <a:p>
            <a:pPr marL="553720" marR="481330" indent="-172085">
              <a:spcBef>
                <a:spcPts val="345"/>
              </a:spcBef>
              <a:buChar char="•"/>
              <a:tabLst>
                <a:tab pos="554355" algn="l"/>
              </a:tabLst>
            </a:pPr>
            <a:r>
              <a:rPr sz="2700" dirty="0">
                <a:latin typeface="Times New Roman"/>
                <a:cs typeface="Times New Roman"/>
              </a:rPr>
              <a:t>Combining</a:t>
            </a:r>
            <a:r>
              <a:rPr sz="2700" spc="-45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“small”</a:t>
            </a:r>
            <a:r>
              <a:rPr sz="2700" spc="-45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data</a:t>
            </a:r>
            <a:r>
              <a:rPr sz="2700" spc="-45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inputs</a:t>
            </a:r>
            <a:r>
              <a:rPr sz="2700" spc="-45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and</a:t>
            </a:r>
            <a:r>
              <a:rPr sz="2700" spc="-45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outputs</a:t>
            </a:r>
            <a:r>
              <a:rPr sz="2700" spc="-45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into</a:t>
            </a:r>
            <a:r>
              <a:rPr sz="2700" spc="-45" dirty="0">
                <a:latin typeface="Times New Roman"/>
                <a:cs typeface="Times New Roman"/>
              </a:rPr>
              <a:t> </a:t>
            </a:r>
            <a:r>
              <a:rPr sz="2700" spc="-50" dirty="0">
                <a:latin typeface="Times New Roman"/>
                <a:cs typeface="Times New Roman"/>
              </a:rPr>
              <a:t>a </a:t>
            </a:r>
            <a:r>
              <a:rPr sz="2700" dirty="0">
                <a:latin typeface="Times New Roman"/>
                <a:cs typeface="Times New Roman"/>
              </a:rPr>
              <a:t>single</a:t>
            </a:r>
            <a:r>
              <a:rPr sz="2700" spc="-65" dirty="0">
                <a:latin typeface="Times New Roman"/>
                <a:cs typeface="Times New Roman"/>
              </a:rPr>
              <a:t> </a:t>
            </a:r>
            <a:r>
              <a:rPr sz="2700" spc="-20" dirty="0">
                <a:latin typeface="Times New Roman"/>
                <a:cs typeface="Times New Roman"/>
              </a:rPr>
              <a:t>flow</a:t>
            </a:r>
            <a:endParaRPr sz="27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7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7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700" dirty="0">
              <a:latin typeface="Times New Roman"/>
              <a:cs typeface="Times New Roman"/>
            </a:endParaRPr>
          </a:p>
          <a:p>
            <a:pPr marL="1012190">
              <a:spcBef>
                <a:spcPts val="1230"/>
              </a:spcBef>
            </a:pPr>
            <a:r>
              <a:rPr lang="en-US" sz="2700" b="1" dirty="0">
                <a:latin typeface="Times New Roman"/>
                <a:cs typeface="Times New Roman"/>
              </a:rPr>
              <a:t>Steps</a:t>
            </a:r>
            <a:r>
              <a:rPr lang="en-US" sz="2700" spc="-55" dirty="0">
                <a:latin typeface="Times New Roman"/>
                <a:cs typeface="Times New Roman"/>
              </a:rPr>
              <a:t> </a:t>
            </a:r>
            <a:r>
              <a:rPr lang="en-US" sz="2700" b="1" dirty="0">
                <a:latin typeface="Times New Roman"/>
                <a:cs typeface="Times New Roman"/>
              </a:rPr>
              <a:t>in</a:t>
            </a:r>
            <a:r>
              <a:rPr lang="en-US" sz="2700" spc="-50" dirty="0">
                <a:latin typeface="Times New Roman"/>
                <a:cs typeface="Times New Roman"/>
              </a:rPr>
              <a:t> </a:t>
            </a:r>
            <a:r>
              <a:rPr lang="en-US" sz="2700" b="1" dirty="0">
                <a:latin typeface="Times New Roman"/>
                <a:cs typeface="Times New Roman"/>
              </a:rPr>
              <a:t>Building</a:t>
            </a:r>
            <a:r>
              <a:rPr lang="en-US" sz="2700" spc="-50" dirty="0">
                <a:latin typeface="Times New Roman"/>
                <a:cs typeface="Times New Roman"/>
              </a:rPr>
              <a:t> </a:t>
            </a:r>
            <a:r>
              <a:rPr lang="en-US" sz="2700" b="1" spc="-20" dirty="0">
                <a:latin typeface="Times New Roman"/>
                <a:cs typeface="Times New Roman"/>
              </a:rPr>
              <a:t>DFDs</a:t>
            </a:r>
            <a:endParaRPr lang="en-US" sz="27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lang="en-US" sz="2700" dirty="0">
              <a:latin typeface="Times New Roman"/>
              <a:cs typeface="Times New Roman"/>
            </a:endParaRPr>
          </a:p>
          <a:p>
            <a:pPr marL="553720" indent="-172085">
              <a:spcBef>
                <a:spcPts val="1725"/>
              </a:spcBef>
              <a:buChar char="•"/>
              <a:tabLst>
                <a:tab pos="554355" algn="l"/>
              </a:tabLst>
            </a:pPr>
            <a:r>
              <a:rPr lang="en-US" sz="2700" dirty="0">
                <a:latin typeface="Times New Roman"/>
                <a:cs typeface="Times New Roman"/>
              </a:rPr>
              <a:t>Build</a:t>
            </a:r>
            <a:r>
              <a:rPr lang="en-US" sz="2700" spc="-40" dirty="0">
                <a:latin typeface="Times New Roman"/>
                <a:cs typeface="Times New Roman"/>
              </a:rPr>
              <a:t> </a:t>
            </a:r>
            <a:r>
              <a:rPr lang="en-US" sz="2700" dirty="0">
                <a:latin typeface="Times New Roman"/>
                <a:cs typeface="Times New Roman"/>
              </a:rPr>
              <a:t>the</a:t>
            </a:r>
            <a:r>
              <a:rPr lang="en-US" sz="2700" spc="-40" dirty="0">
                <a:latin typeface="Times New Roman"/>
                <a:cs typeface="Times New Roman"/>
              </a:rPr>
              <a:t> </a:t>
            </a:r>
            <a:r>
              <a:rPr lang="en-US" sz="2700" dirty="0">
                <a:latin typeface="Times New Roman"/>
                <a:cs typeface="Times New Roman"/>
              </a:rPr>
              <a:t>context</a:t>
            </a:r>
            <a:r>
              <a:rPr lang="en-US" sz="2700" spc="-35" dirty="0">
                <a:latin typeface="Times New Roman"/>
                <a:cs typeface="Times New Roman"/>
              </a:rPr>
              <a:t> </a:t>
            </a:r>
            <a:r>
              <a:rPr lang="en-US" sz="2700" spc="-10" dirty="0">
                <a:latin typeface="Times New Roman"/>
                <a:cs typeface="Times New Roman"/>
              </a:rPr>
              <a:t>diagram</a:t>
            </a:r>
            <a:endParaRPr lang="en-US" sz="2700" dirty="0">
              <a:latin typeface="Times New Roman"/>
              <a:cs typeface="Times New Roman"/>
            </a:endParaRPr>
          </a:p>
          <a:p>
            <a:pPr marL="553720" indent="-172085">
              <a:spcBef>
                <a:spcPts val="345"/>
              </a:spcBef>
              <a:buChar char="•"/>
              <a:tabLst>
                <a:tab pos="554355" algn="l"/>
              </a:tabLst>
            </a:pPr>
            <a:r>
              <a:rPr lang="en-US" sz="2700" dirty="0">
                <a:latin typeface="Times New Roman"/>
                <a:cs typeface="Times New Roman"/>
              </a:rPr>
              <a:t>Create</a:t>
            </a:r>
            <a:r>
              <a:rPr lang="en-US" sz="2700" spc="-40" dirty="0">
                <a:latin typeface="Times New Roman"/>
                <a:cs typeface="Times New Roman"/>
              </a:rPr>
              <a:t> </a:t>
            </a:r>
            <a:r>
              <a:rPr lang="en-US" sz="2700" dirty="0">
                <a:latin typeface="Times New Roman"/>
                <a:cs typeface="Times New Roman"/>
              </a:rPr>
              <a:t>DFD</a:t>
            </a:r>
            <a:r>
              <a:rPr lang="en-US" sz="2700" spc="-40" dirty="0">
                <a:latin typeface="Times New Roman"/>
                <a:cs typeface="Times New Roman"/>
              </a:rPr>
              <a:t> </a:t>
            </a:r>
            <a:r>
              <a:rPr lang="en-US" sz="2700" dirty="0">
                <a:latin typeface="Times New Roman"/>
                <a:cs typeface="Times New Roman"/>
              </a:rPr>
              <a:t>fragments</a:t>
            </a:r>
            <a:r>
              <a:rPr lang="en-US" sz="2700" spc="-40" dirty="0">
                <a:latin typeface="Times New Roman"/>
                <a:cs typeface="Times New Roman"/>
              </a:rPr>
              <a:t> </a:t>
            </a:r>
            <a:r>
              <a:rPr lang="en-US" sz="2700" dirty="0">
                <a:latin typeface="Times New Roman"/>
                <a:cs typeface="Times New Roman"/>
              </a:rPr>
              <a:t>for</a:t>
            </a:r>
            <a:r>
              <a:rPr lang="en-US" sz="2700" spc="-35" dirty="0">
                <a:latin typeface="Times New Roman"/>
                <a:cs typeface="Times New Roman"/>
              </a:rPr>
              <a:t> </a:t>
            </a:r>
            <a:r>
              <a:rPr lang="en-US" sz="2700" dirty="0">
                <a:latin typeface="Times New Roman"/>
                <a:cs typeface="Times New Roman"/>
              </a:rPr>
              <a:t>each</a:t>
            </a:r>
            <a:r>
              <a:rPr lang="en-US" sz="2700" spc="-40" dirty="0">
                <a:latin typeface="Times New Roman"/>
                <a:cs typeface="Times New Roman"/>
              </a:rPr>
              <a:t> </a:t>
            </a:r>
            <a:r>
              <a:rPr lang="en-US" sz="2700" spc="-10" dirty="0">
                <a:latin typeface="Times New Roman"/>
                <a:cs typeface="Times New Roman"/>
              </a:rPr>
              <a:t>scenario</a:t>
            </a:r>
            <a:endParaRPr lang="en-US" sz="2700" dirty="0">
              <a:latin typeface="Times New Roman"/>
              <a:cs typeface="Times New Roman"/>
            </a:endParaRPr>
          </a:p>
          <a:p>
            <a:pPr marL="553720" indent="-172085">
              <a:spcBef>
                <a:spcPts val="335"/>
              </a:spcBef>
              <a:buChar char="•"/>
              <a:tabLst>
                <a:tab pos="554355" algn="l"/>
              </a:tabLst>
            </a:pPr>
            <a:r>
              <a:rPr lang="en-US" sz="2700" dirty="0">
                <a:latin typeface="Times New Roman"/>
                <a:cs typeface="Times New Roman"/>
              </a:rPr>
              <a:t>Organize</a:t>
            </a:r>
            <a:r>
              <a:rPr lang="en-US" sz="2700" spc="-50" dirty="0">
                <a:latin typeface="Times New Roman"/>
                <a:cs typeface="Times New Roman"/>
              </a:rPr>
              <a:t> </a:t>
            </a:r>
            <a:r>
              <a:rPr lang="en-US" sz="2700" dirty="0">
                <a:latin typeface="Times New Roman"/>
                <a:cs typeface="Times New Roman"/>
              </a:rPr>
              <a:t>DFD</a:t>
            </a:r>
            <a:r>
              <a:rPr lang="en-US" sz="2700" spc="-45" dirty="0">
                <a:latin typeface="Times New Roman"/>
                <a:cs typeface="Times New Roman"/>
              </a:rPr>
              <a:t> </a:t>
            </a:r>
            <a:r>
              <a:rPr lang="en-US" sz="2700" dirty="0">
                <a:latin typeface="Times New Roman"/>
                <a:cs typeface="Times New Roman"/>
              </a:rPr>
              <a:t>fragments</a:t>
            </a:r>
            <a:r>
              <a:rPr lang="en-US" sz="2700" spc="-45" dirty="0">
                <a:latin typeface="Times New Roman"/>
                <a:cs typeface="Times New Roman"/>
              </a:rPr>
              <a:t> </a:t>
            </a:r>
            <a:r>
              <a:rPr lang="en-US" sz="2700" dirty="0">
                <a:latin typeface="Times New Roman"/>
                <a:cs typeface="Times New Roman"/>
              </a:rPr>
              <a:t>into</a:t>
            </a:r>
            <a:r>
              <a:rPr lang="en-US" sz="2700" spc="-45" dirty="0">
                <a:latin typeface="Times New Roman"/>
                <a:cs typeface="Times New Roman"/>
              </a:rPr>
              <a:t> </a:t>
            </a:r>
            <a:r>
              <a:rPr lang="en-US" sz="2700" dirty="0">
                <a:latin typeface="Times New Roman"/>
                <a:cs typeface="Times New Roman"/>
              </a:rPr>
              <a:t>level</a:t>
            </a:r>
            <a:r>
              <a:rPr lang="en-US" sz="2700" spc="-45" dirty="0">
                <a:latin typeface="Times New Roman"/>
                <a:cs typeface="Times New Roman"/>
              </a:rPr>
              <a:t> </a:t>
            </a:r>
            <a:r>
              <a:rPr lang="en-US" sz="2700" spc="-50" dirty="0">
                <a:latin typeface="Times New Roman"/>
                <a:cs typeface="Times New Roman"/>
              </a:rPr>
              <a:t>0</a:t>
            </a:r>
            <a:endParaRPr lang="en-US" sz="2700" dirty="0">
              <a:latin typeface="Times New Roman"/>
              <a:cs typeface="Times New Roman"/>
            </a:endParaRPr>
          </a:p>
          <a:p>
            <a:pPr marL="553720" indent="-172085">
              <a:spcBef>
                <a:spcPts val="340"/>
              </a:spcBef>
              <a:buChar char="•"/>
              <a:tabLst>
                <a:tab pos="554355" algn="l"/>
              </a:tabLst>
            </a:pPr>
            <a:r>
              <a:rPr lang="en-US" sz="2700" dirty="0">
                <a:latin typeface="Times New Roman"/>
                <a:cs typeface="Times New Roman"/>
              </a:rPr>
              <a:t>Decompose</a:t>
            </a:r>
            <a:r>
              <a:rPr lang="en-US" sz="2700" spc="-40" dirty="0">
                <a:latin typeface="Times New Roman"/>
                <a:cs typeface="Times New Roman"/>
              </a:rPr>
              <a:t> </a:t>
            </a:r>
            <a:r>
              <a:rPr lang="en-US" sz="2700" dirty="0">
                <a:latin typeface="Times New Roman"/>
                <a:cs typeface="Times New Roman"/>
              </a:rPr>
              <a:t>level</a:t>
            </a:r>
            <a:r>
              <a:rPr lang="en-US" sz="2700" spc="-35" dirty="0">
                <a:latin typeface="Times New Roman"/>
                <a:cs typeface="Times New Roman"/>
              </a:rPr>
              <a:t> </a:t>
            </a:r>
            <a:r>
              <a:rPr lang="en-US" sz="2700" dirty="0">
                <a:latin typeface="Times New Roman"/>
                <a:cs typeface="Times New Roman"/>
              </a:rPr>
              <a:t>0</a:t>
            </a:r>
            <a:r>
              <a:rPr lang="en-US" sz="2700" spc="-40" dirty="0">
                <a:latin typeface="Times New Roman"/>
                <a:cs typeface="Times New Roman"/>
              </a:rPr>
              <a:t> </a:t>
            </a:r>
            <a:r>
              <a:rPr lang="en-US" sz="2700" dirty="0">
                <a:latin typeface="Times New Roman"/>
                <a:cs typeface="Times New Roman"/>
              </a:rPr>
              <a:t>DFDs</a:t>
            </a:r>
            <a:r>
              <a:rPr lang="en-US" sz="2700" spc="-35" dirty="0">
                <a:latin typeface="Times New Roman"/>
                <a:cs typeface="Times New Roman"/>
              </a:rPr>
              <a:t> </a:t>
            </a:r>
            <a:r>
              <a:rPr lang="en-US" sz="2700" dirty="0">
                <a:latin typeface="Times New Roman"/>
                <a:cs typeface="Times New Roman"/>
              </a:rPr>
              <a:t>as</a:t>
            </a:r>
            <a:r>
              <a:rPr lang="en-US" sz="2700" spc="-40" dirty="0">
                <a:latin typeface="Times New Roman"/>
                <a:cs typeface="Times New Roman"/>
              </a:rPr>
              <a:t> </a:t>
            </a:r>
            <a:r>
              <a:rPr lang="en-US" sz="2700" spc="-10" dirty="0">
                <a:latin typeface="Times New Roman"/>
                <a:cs typeface="Times New Roman"/>
              </a:rPr>
              <a:t>needed</a:t>
            </a:r>
            <a:endParaRPr lang="en-US" sz="2700" dirty="0">
              <a:latin typeface="Times New Roman"/>
              <a:cs typeface="Times New Roman"/>
            </a:endParaRPr>
          </a:p>
          <a:p>
            <a:pPr marL="553720" indent="-172085">
              <a:spcBef>
                <a:spcPts val="340"/>
              </a:spcBef>
              <a:buChar char="•"/>
              <a:tabLst>
                <a:tab pos="554355" algn="l"/>
              </a:tabLst>
            </a:pPr>
            <a:r>
              <a:rPr lang="en-US" sz="2700" dirty="0">
                <a:latin typeface="Times New Roman"/>
                <a:cs typeface="Times New Roman"/>
              </a:rPr>
              <a:t>Validate</a:t>
            </a:r>
            <a:r>
              <a:rPr lang="en-US" sz="2700" spc="-55" dirty="0">
                <a:latin typeface="Times New Roman"/>
                <a:cs typeface="Times New Roman"/>
              </a:rPr>
              <a:t> </a:t>
            </a:r>
            <a:r>
              <a:rPr lang="en-US" sz="2700" dirty="0">
                <a:latin typeface="Times New Roman"/>
                <a:cs typeface="Times New Roman"/>
              </a:rPr>
              <a:t>DFDs</a:t>
            </a:r>
            <a:r>
              <a:rPr lang="en-US" sz="2700" spc="-40" dirty="0">
                <a:latin typeface="Times New Roman"/>
                <a:cs typeface="Times New Roman"/>
              </a:rPr>
              <a:t> </a:t>
            </a:r>
            <a:r>
              <a:rPr lang="en-US" sz="2700" dirty="0">
                <a:latin typeface="Times New Roman"/>
                <a:cs typeface="Times New Roman"/>
              </a:rPr>
              <a:t>with</a:t>
            </a:r>
            <a:r>
              <a:rPr lang="en-US" sz="2700" spc="-55" dirty="0">
                <a:latin typeface="Times New Roman"/>
                <a:cs typeface="Times New Roman"/>
              </a:rPr>
              <a:t> </a:t>
            </a:r>
            <a:r>
              <a:rPr lang="en-US" sz="2700" spc="-20" dirty="0">
                <a:latin typeface="Times New Roman"/>
                <a:cs typeface="Times New Roman"/>
              </a:rPr>
              <a:t>user</a:t>
            </a:r>
            <a:endParaRPr lang="en-US" sz="27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0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29</TotalTime>
  <Words>1458</Words>
  <Application>Microsoft Office PowerPoint</Application>
  <PresentationFormat>Custom</PresentationFormat>
  <Paragraphs>303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Times New Roman</vt:lpstr>
      <vt:lpstr>Verdana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Online2PDF.com</dc:creator>
  <cp:lastModifiedBy>Tirthankar Ghosh</cp:lastModifiedBy>
  <cp:revision>14</cp:revision>
  <dcterms:created xsi:type="dcterms:W3CDTF">2026-04-06T16:44:58Z</dcterms:created>
  <dcterms:modified xsi:type="dcterms:W3CDTF">2026-04-18T05:12:23Z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2026-04-06T00:00:00Z</vt:filetime>
  </property>
  <property fmtid="{D5CDD505-2E9C-101B-9397-08002B2CF9AE}" pid="3" name="LastSaved">
    <vt:filetime>2026-04-06T00:00:00Z</vt:filetime>
  </property>
</Properties>
</file>