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5" r:id="rId2"/>
    <p:sldId id="508" r:id="rId3"/>
    <p:sldId id="513" r:id="rId4"/>
    <p:sldId id="514" r:id="rId5"/>
    <p:sldId id="515" r:id="rId6"/>
    <p:sldId id="51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79589" autoAdjust="0"/>
  </p:normalViewPr>
  <p:slideViewPr>
    <p:cSldViewPr>
      <p:cViewPr varScale="1">
        <p:scale>
          <a:sx n="69" d="100"/>
          <a:sy n="69" d="100"/>
        </p:scale>
        <p:origin x="488" y="48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4/20/2026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4/20/2026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We celebrate Christmas to remember the birth of </a:t>
            </a:r>
            <a:r>
              <a:rPr lang="en-IN" smtClean="0"/>
              <a:t>Jesus Christ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1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377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49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186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4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261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4/20/2026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4/20/2026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941168"/>
            <a:ext cx="9144002" cy="1143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Dr. Sunirmal Khatua</a:t>
            </a:r>
            <a:endParaRPr lang="en-US" sz="2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2413" y="6094286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University of Calcutta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>
            <a:off x="1523968" y="518728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77478"/>
            <a:ext cx="119142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Cloud Economics and Billing</a:t>
            </a:r>
            <a:endParaRPr lang="en-IN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Pricing Model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833415"/>
            <a:ext cx="7374819" cy="25897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11" y="3369454"/>
            <a:ext cx="6687059" cy="23320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582" y="1803402"/>
            <a:ext cx="3400900" cy="3048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4272" y="1412776"/>
            <a:ext cx="309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AWS Services with No Charges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703512" y="5633832"/>
            <a:ext cx="3651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Upfront Reserve Instances (AURI)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703512" y="5979864"/>
            <a:ext cx="400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Partial Upfront Reserve Instances (PURI)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722799" y="6300028"/>
            <a:ext cx="369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Upfront Reserve Instances (NURI)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540382" y="5651956"/>
            <a:ext cx="2089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Economics for Scale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86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Total Cost of Ownership(TCO)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4824"/>
            <a:ext cx="6723929" cy="34563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888736"/>
            <a:ext cx="3295551" cy="24482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56" y="3362726"/>
            <a:ext cx="5380700" cy="32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4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Organizations</a:t>
            </a:r>
            <a:endParaRPr lang="en-US" dirty="0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8344" y="1340197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1" y="1052736"/>
            <a:ext cx="7027847" cy="405258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52400" y="5229200"/>
            <a:ext cx="6447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Service Control Policies (SCP) enables you to allow/deny access to </a:t>
            </a:r>
          </a:p>
          <a:p>
            <a:pPr algn="ctr"/>
            <a:r>
              <a:rPr lang="en-US" dirty="0" smtClean="0"/>
              <a:t>AWS Services for individual account or a group of accounts (OU)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128" y="2204864"/>
            <a:ext cx="4822200" cy="210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7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Billing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2" y="908720"/>
            <a:ext cx="6630325" cy="3238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786" y="1700808"/>
            <a:ext cx="5256584" cy="13940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2360" y="4621516"/>
            <a:ext cx="1048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mazon Ember"/>
              </a:rPr>
              <a:t>AWS Budget : Set </a:t>
            </a:r>
            <a:r>
              <a:rPr lang="en-US" dirty="0">
                <a:latin typeface="Amazon Ember"/>
              </a:rPr>
              <a:t>custom budgets that alert you when you exceed your budgeted thresholds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92360" y="5301208"/>
            <a:ext cx="11592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F141A"/>
                </a:solidFill>
                <a:latin typeface="Amazon Ember"/>
              </a:rPr>
              <a:t>AWS Cost and Usage </a:t>
            </a:r>
            <a:r>
              <a:rPr lang="en-US" dirty="0" smtClean="0">
                <a:solidFill>
                  <a:srgbClr val="0F141A"/>
                </a:solidFill>
                <a:latin typeface="Amazon Ember"/>
              </a:rPr>
              <a:t>Report :  Provides </a:t>
            </a:r>
            <a:r>
              <a:rPr lang="en-US" dirty="0">
                <a:solidFill>
                  <a:srgbClr val="0F141A"/>
                </a:solidFill>
                <a:latin typeface="Amazon Ember"/>
              </a:rPr>
              <a:t>access to detailed data, enabling you to better analyze and </a:t>
            </a:r>
            <a:r>
              <a:rPr lang="en-US" dirty="0" smtClean="0">
                <a:solidFill>
                  <a:srgbClr val="0F141A"/>
                </a:solidFill>
                <a:latin typeface="Amazon Ember"/>
              </a:rPr>
              <a:t>understand</a:t>
            </a:r>
          </a:p>
          <a:p>
            <a:r>
              <a:rPr lang="en-US" dirty="0">
                <a:solidFill>
                  <a:srgbClr val="0F141A"/>
                </a:solidFill>
                <a:latin typeface="Amazon Ember"/>
              </a:rPr>
              <a:t> </a:t>
            </a:r>
            <a:r>
              <a:rPr lang="en-US" dirty="0" smtClean="0">
                <a:solidFill>
                  <a:srgbClr val="0F141A"/>
                </a:solidFill>
                <a:latin typeface="Amazon Ember"/>
              </a:rPr>
              <a:t>                                                  </a:t>
            </a:r>
            <a:r>
              <a:rPr lang="en-US" dirty="0">
                <a:solidFill>
                  <a:srgbClr val="0F141A"/>
                </a:solidFill>
                <a:latin typeface="Amazon Ember"/>
              </a:rPr>
              <a:t>your AWS </a:t>
            </a:r>
            <a:r>
              <a:rPr lang="en-US" dirty="0" smtClean="0">
                <a:solidFill>
                  <a:srgbClr val="0F141A"/>
                </a:solidFill>
                <a:latin typeface="Amazon Ember"/>
              </a:rPr>
              <a:t>costs as well as your available offer. (Fine grain details)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07880" y="6084004"/>
            <a:ext cx="12080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Google Sans"/>
              </a:rPr>
              <a:t>AWS Cost Explorer : Visualization tool </a:t>
            </a:r>
            <a:r>
              <a:rPr lang="en-US" dirty="0">
                <a:latin typeface="Google Sans"/>
              </a:rPr>
              <a:t>for quickly analyzing, filtering, and forecasting up to 13 months of cost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95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0133036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AWS Support Plans</a:t>
            </a:r>
            <a:endParaRPr lang="en-US" dirty="0"/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192360" y="1477963"/>
            <a:ext cx="914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n-US" sz="240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endParaRPr lang="en-US" sz="280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55809" y="1125112"/>
            <a:ext cx="1148480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mazon Ember"/>
              </a:rPr>
              <a:t>AWS Support offers four support plans:</a:t>
            </a:r>
          </a:p>
          <a:p>
            <a:endParaRPr lang="en-US" dirty="0" smtClean="0">
              <a:latin typeface="Amazon Ember"/>
            </a:endParaRPr>
          </a:p>
          <a:p>
            <a:pPr marL="342900" indent="-342900">
              <a:buAutoNum type="arabicPeriod"/>
            </a:pPr>
            <a:r>
              <a:rPr lang="en-US" b="1" dirty="0" smtClean="0">
                <a:solidFill>
                  <a:srgbClr val="FF0000"/>
                </a:solidFill>
                <a:latin typeface="Amazon Ember"/>
              </a:rPr>
              <a:t>Basic Support </a:t>
            </a:r>
            <a:r>
              <a:rPr lang="en-US" dirty="0" smtClean="0">
                <a:latin typeface="Amazon Ember"/>
              </a:rPr>
              <a:t>: Resource Center access, Service Health Dashboard, product FAQ, discussion forum.</a:t>
            </a:r>
          </a:p>
          <a:p>
            <a:pPr marL="342900" indent="-342900">
              <a:buAutoNum type="arabicPeriod"/>
            </a:pPr>
            <a:endParaRPr lang="en-US" dirty="0" smtClean="0">
              <a:latin typeface="Amazon Ember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Amazon Ember"/>
              </a:rPr>
              <a:t>2. Developer Support </a:t>
            </a:r>
            <a:r>
              <a:rPr lang="en-US" dirty="0" smtClean="0">
                <a:latin typeface="Amazon Ember"/>
              </a:rPr>
              <a:t>: Support for early development on AWS</a:t>
            </a:r>
          </a:p>
          <a:p>
            <a:endParaRPr lang="en-US" dirty="0" smtClean="0">
              <a:latin typeface="Amazon Ember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Amazon Ember"/>
              </a:rPr>
              <a:t>3. Business Support </a:t>
            </a:r>
            <a:r>
              <a:rPr lang="en-US" dirty="0" smtClean="0">
                <a:latin typeface="Amazon Ember"/>
              </a:rPr>
              <a:t>: Customers that run production workload</a:t>
            </a:r>
          </a:p>
          <a:p>
            <a:endParaRPr lang="en-US" dirty="0" smtClean="0">
              <a:latin typeface="Amazon Ember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Amazon Ember"/>
              </a:rPr>
              <a:t>4. Enterprise Support </a:t>
            </a:r>
            <a:r>
              <a:rPr lang="en-US" dirty="0" smtClean="0">
                <a:latin typeface="Amazon Ember"/>
              </a:rPr>
              <a:t>: Customers that run business and mission0critical Workloads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48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30566</TotalTime>
  <Words>238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Amazon Ember</vt:lpstr>
      <vt:lpstr>Arial</vt:lpstr>
      <vt:lpstr>Corbel</vt:lpstr>
      <vt:lpstr>Euphemia</vt:lpstr>
      <vt:lpstr>Google Sans</vt:lpstr>
      <vt:lpstr>Times New Roman</vt:lpstr>
      <vt:lpstr>Wingdings</vt:lpstr>
      <vt:lpstr>Banded Design Blue 16x9</vt:lpstr>
      <vt:lpstr>Dr. Sunirmal Khatua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405</cp:revision>
  <dcterms:created xsi:type="dcterms:W3CDTF">2018-05-13T16:49:43Z</dcterms:created>
  <dcterms:modified xsi:type="dcterms:W3CDTF">2026-04-20T05:56:58Z</dcterms:modified>
</cp:coreProperties>
</file>