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65" r:id="rId2"/>
    <p:sldId id="513" r:id="rId3"/>
    <p:sldId id="514" r:id="rId4"/>
    <p:sldId id="515" r:id="rId5"/>
    <p:sldId id="517" r:id="rId6"/>
    <p:sldId id="516" r:id="rId7"/>
    <p:sldId id="51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6816" userDrawn="1">
          <p15:clr>
            <a:srgbClr val="A4A3A4"/>
          </p15:clr>
        </p15:guide>
        <p15:guide id="3" pos="816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8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93D81CF-94F2-401A-BA57-92F5A7B2D0C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79589" autoAdjust="0"/>
  </p:normalViewPr>
  <p:slideViewPr>
    <p:cSldViewPr>
      <p:cViewPr varScale="1">
        <p:scale>
          <a:sx n="69" d="100"/>
          <a:sy n="69" d="100"/>
        </p:scale>
        <p:origin x="488" y="64"/>
      </p:cViewPr>
      <p:guideLst>
        <p:guide pos="3840"/>
        <p:guide pos="6816"/>
        <p:guide pos="8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5" d="100"/>
          <a:sy n="95" d="100"/>
        </p:scale>
        <p:origin x="357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pPr/>
              <a:t>4/23/2026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pPr/>
              <a:t>4/23/2026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We celebrate Christmas to remember the birth of </a:t>
            </a:r>
            <a:r>
              <a:rPr lang="en-IN" smtClean="0"/>
              <a:t>Jesus Christ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612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149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186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4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514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2612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222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un rising over grassy hill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" y="0"/>
            <a:ext cx="12188699" cy="47993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 bwMode="ltGray">
          <a:xfrm>
            <a:off x="-2" y="4754880"/>
            <a:ext cx="12192002" cy="21031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 bwMode="white">
          <a:xfrm>
            <a:off x="-127" y="4724400"/>
            <a:ext cx="12188826" cy="76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4800600"/>
            <a:ext cx="9144002" cy="11430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943600"/>
            <a:ext cx="9144002" cy="7620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8288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6pPr>
              <a:defRPr/>
            </a:lvl6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4/23/2026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0" y="0"/>
            <a:ext cx="12188826" cy="4572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-1" y="4114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4/23/2026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5843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ernate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4/23/2026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4328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7D43D-6574-4C7B-808D-C6C12215A4D4}" type="datetimeFigureOut">
              <a:rPr lang="en-US"/>
              <a:pPr/>
              <a:t>4/23/2026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CE5F2-81AA-4605-B028-6FBA391056A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707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4/23/2026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7080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4/23/2026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201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4/23/2026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4212" y="685800"/>
            <a:ext cx="7239001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4/23/2026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594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lternate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892" y="685800"/>
            <a:ext cx="637032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4/23/2026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3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731520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2362200"/>
            <a:ext cx="3200400" cy="1993392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0" y="0"/>
            <a:ext cx="7315200" cy="6858000"/>
          </a:xfrm>
          <a:solidFill>
            <a:schemeClr val="bg2">
              <a:lumMod val="90000"/>
            </a:schemeClr>
          </a:solidFill>
        </p:spPr>
        <p:txBody>
          <a:bodyPr/>
          <a:lstStyle>
            <a:lvl1pPr marL="0" indent="0" algn="ctr"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4355592"/>
            <a:ext cx="3200400" cy="164461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4/23/2026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4/23/2026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857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4/23/2026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155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1587" y="6583680"/>
            <a:ext cx="12188826" cy="2743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1587" y="65836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9E583DDF-CA54-461A-A486-592D2374C532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61" r:id="rId5"/>
    <p:sldLayoutId id="2147483653" r:id="rId6"/>
    <p:sldLayoutId id="2147483654" r:id="rId7"/>
    <p:sldLayoutId id="2147483655" r:id="rId8"/>
    <p:sldLayoutId id="2147483656" r:id="rId9"/>
    <p:sldLayoutId id="2147483663" r:id="rId10"/>
    <p:sldLayoutId id="2147483657" r:id="rId11"/>
    <p:sldLayoutId id="2147483658" r:id="rId12"/>
    <p:sldLayoutId id="2147483659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3400" kern="1200">
          <a:solidFill>
            <a:schemeClr val="tx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SzPct val="80000"/>
        <a:buFont typeface="Wingdings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SzPct val="80000"/>
        <a:buFont typeface="Wingdings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360">
          <p15:clr>
            <a:srgbClr val="F26B43"/>
          </p15:clr>
        </p15:guide>
        <p15:guide id="2" pos="40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4941168"/>
            <a:ext cx="9144002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Dr. Sunirmal Khatua</a:t>
            </a:r>
            <a:endParaRPr lang="en-US" sz="28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22413" y="6094286"/>
            <a:ext cx="9144002" cy="762000"/>
          </a:xfrm>
        </p:spPr>
        <p:txBody>
          <a:bodyPr>
            <a:normAutofit/>
          </a:bodyPr>
          <a:lstStyle/>
          <a:p>
            <a:r>
              <a:rPr lang="en-US" sz="1600" i="1" dirty="0" err="1" smtClean="0">
                <a:latin typeface="Times New Roman" pitchFamily="18" charset="0"/>
                <a:cs typeface="Times New Roman" pitchFamily="18" charset="0"/>
              </a:rPr>
              <a:t>Visvesvaraya</a:t>
            </a:r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 Young Faculty Fellow, Govt. of India</a:t>
            </a:r>
          </a:p>
          <a:p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Assistant Professor, University of Calcutta</a:t>
            </a:r>
            <a:endParaRPr lang="en-US" sz="16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ubtitle 3"/>
          <p:cNvSpPr txBox="1">
            <a:spLocks/>
          </p:cNvSpPr>
          <p:nvPr/>
        </p:nvSpPr>
        <p:spPr>
          <a:xfrm>
            <a:off x="1523968" y="5187280"/>
            <a:ext cx="9144002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en-US" b="0" i="1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By</a:t>
            </a: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777478"/>
            <a:ext cx="1191426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en-US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Module 3 – AWS Global Infrastructure</a:t>
            </a:r>
            <a:endParaRPr lang="en-IN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9880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AWS Datacenters, Region and Availability Zones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726" y="776141"/>
            <a:ext cx="3277057" cy="25435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880" y="3212976"/>
            <a:ext cx="2791127" cy="340116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360" y="908721"/>
            <a:ext cx="4032448" cy="24808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352" y="3645024"/>
            <a:ext cx="4525207" cy="283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043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AWS </a:t>
            </a:r>
            <a:r>
              <a:rPr lang="en-US" dirty="0" smtClean="0"/>
              <a:t>Point of Presence </a:t>
            </a:r>
            <a:endParaRPr lang="en-US" dirty="0"/>
          </a:p>
        </p:txBody>
      </p:sp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48344" y="1340197"/>
            <a:ext cx="9144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Ø"/>
            </a:pPr>
            <a:endParaRPr lang="en-US" sz="2400">
              <a:solidFill>
                <a:schemeClr val="tx2"/>
              </a:solidFill>
            </a:endParaRP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endParaRPr lang="en-US" sz="2800">
              <a:solidFill>
                <a:schemeClr val="tx1"/>
              </a:solidFill>
            </a:endParaRP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52" y="3573016"/>
            <a:ext cx="5588877" cy="311206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83" y="852339"/>
            <a:ext cx="3456384" cy="25190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032" y="980728"/>
            <a:ext cx="5363366" cy="327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171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AWS </a:t>
            </a:r>
            <a:r>
              <a:rPr lang="en-US" dirty="0" smtClean="0"/>
              <a:t>Compute Services</a:t>
            </a:r>
            <a:endParaRPr lang="en-US" dirty="0"/>
          </a:p>
        </p:txBody>
      </p:sp>
      <p:sp>
        <p:nvSpPr>
          <p:cNvPr id="38" name="Rectangle 5"/>
          <p:cNvSpPr>
            <a:spLocks noChangeArrowheads="1"/>
          </p:cNvSpPr>
          <p:nvPr/>
        </p:nvSpPr>
        <p:spPr bwMode="auto">
          <a:xfrm>
            <a:off x="192360" y="1477963"/>
            <a:ext cx="9144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Ø"/>
            </a:pPr>
            <a:endParaRPr lang="en-US" sz="2400">
              <a:solidFill>
                <a:schemeClr val="tx2"/>
              </a:solidFill>
            </a:endParaRP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endParaRPr lang="en-US" sz="2800">
              <a:solidFill>
                <a:schemeClr val="tx1"/>
              </a:solidFill>
            </a:endParaRP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92" y="939443"/>
            <a:ext cx="7020905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956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AWS </a:t>
            </a:r>
            <a:r>
              <a:rPr lang="en-US" dirty="0" smtClean="0"/>
              <a:t>Storage and Database Services</a:t>
            </a:r>
            <a:endParaRPr lang="en-US" dirty="0"/>
          </a:p>
        </p:txBody>
      </p:sp>
      <p:sp>
        <p:nvSpPr>
          <p:cNvPr id="38" name="Rectangle 5"/>
          <p:cNvSpPr>
            <a:spLocks noChangeArrowheads="1"/>
          </p:cNvSpPr>
          <p:nvPr/>
        </p:nvSpPr>
        <p:spPr bwMode="auto">
          <a:xfrm>
            <a:off x="192360" y="1477963"/>
            <a:ext cx="9144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Ø"/>
            </a:pPr>
            <a:endParaRPr lang="en-US" sz="2400">
              <a:solidFill>
                <a:schemeClr val="tx2"/>
              </a:solidFill>
            </a:endParaRP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endParaRPr lang="en-US" sz="2800">
              <a:solidFill>
                <a:schemeClr val="tx1"/>
              </a:solidFill>
            </a:endParaRP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50" y="1167719"/>
            <a:ext cx="5075878" cy="423518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3760" y="1124744"/>
            <a:ext cx="5871819" cy="427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308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AWS </a:t>
            </a:r>
            <a:r>
              <a:rPr lang="en-US" dirty="0" smtClean="0"/>
              <a:t>Security and Compliance Services</a:t>
            </a:r>
            <a:endParaRPr lang="en-US" dirty="0"/>
          </a:p>
        </p:txBody>
      </p:sp>
      <p:sp>
        <p:nvSpPr>
          <p:cNvPr id="38" name="Rectangle 5"/>
          <p:cNvSpPr>
            <a:spLocks noChangeArrowheads="1"/>
          </p:cNvSpPr>
          <p:nvPr/>
        </p:nvSpPr>
        <p:spPr bwMode="auto">
          <a:xfrm>
            <a:off x="192360" y="1477963"/>
            <a:ext cx="9144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Ø"/>
            </a:pPr>
            <a:endParaRPr lang="en-US" sz="2400">
              <a:solidFill>
                <a:schemeClr val="tx2"/>
              </a:solidFill>
            </a:endParaRP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endParaRPr lang="en-US" sz="2800">
              <a:solidFill>
                <a:schemeClr val="tx1"/>
              </a:solidFill>
            </a:endParaRP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24" y="1124744"/>
            <a:ext cx="7049484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8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AWS </a:t>
            </a:r>
            <a:r>
              <a:rPr lang="en-US" dirty="0" smtClean="0"/>
              <a:t>Networking and Content Delivery Services</a:t>
            </a:r>
            <a:endParaRPr lang="en-US" dirty="0"/>
          </a:p>
        </p:txBody>
      </p:sp>
      <p:sp>
        <p:nvSpPr>
          <p:cNvPr id="38" name="Rectangle 5"/>
          <p:cNvSpPr>
            <a:spLocks noChangeArrowheads="1"/>
          </p:cNvSpPr>
          <p:nvPr/>
        </p:nvSpPr>
        <p:spPr bwMode="auto">
          <a:xfrm>
            <a:off x="192360" y="1477963"/>
            <a:ext cx="9144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Ø"/>
            </a:pPr>
            <a:endParaRPr lang="en-US" sz="2400">
              <a:solidFill>
                <a:schemeClr val="tx2"/>
              </a:solidFill>
            </a:endParaRP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endParaRPr lang="en-US" sz="2800">
              <a:solidFill>
                <a:schemeClr val="tx1"/>
              </a:solidFill>
            </a:endParaRP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5995" y="918812"/>
            <a:ext cx="7240010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978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nded Design Blue 16x9">
  <a:themeElements>
    <a:clrScheme name="Banded_Design_Blue">
      <a:dk1>
        <a:srgbClr val="404040"/>
      </a:dk1>
      <a:lt1>
        <a:sysClr val="window" lastClr="FFFFFF"/>
      </a:lt1>
      <a:dk2>
        <a:srgbClr val="263050"/>
      </a:dk2>
      <a:lt2>
        <a:srgbClr val="E5E8E8"/>
      </a:lt2>
      <a:accent1>
        <a:srgbClr val="77B142"/>
      </a:accent1>
      <a:accent2>
        <a:srgbClr val="E3C01E"/>
      </a:accent2>
      <a:accent3>
        <a:srgbClr val="0070C0"/>
      </a:accent3>
      <a:accent4>
        <a:srgbClr val="7556A4"/>
      </a:accent4>
      <a:accent5>
        <a:srgbClr val="F08F1E"/>
      </a:accent5>
      <a:accent6>
        <a:srgbClr val="CB3E3A"/>
      </a:accent6>
      <a:hlink>
        <a:srgbClr val="0070C0"/>
      </a:hlink>
      <a:folHlink>
        <a:srgbClr val="7556A4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lumMod val="0"/>
                <a:lumOff val="100000"/>
              </a:schemeClr>
            </a:gs>
            <a:gs pos="72000">
              <a:schemeClr val="phClr"/>
            </a:gs>
            <a:gs pos="100000">
              <a:schemeClr val="phClr">
                <a:lumMod val="90000"/>
              </a:schemeClr>
            </a:gs>
          </a:gsLst>
          <a:lin ang="5400000" scaled="1"/>
        </a:gradFill>
        <a:gradFill flip="none" rotWithShape="1">
          <a:gsLst>
            <a:gs pos="32000">
              <a:schemeClr val="phClr"/>
            </a:gs>
            <a:gs pos="100000">
              <a:schemeClr val="phClr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3417271.potx" id="{FAD70E18-2F21-4BAE-983F-13051C6D1C17}" vid="{4B4DF9DC-15EC-4671-A52A-56A08B977F11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project plan presentation (widescreen)</Template>
  <TotalTime>30610</TotalTime>
  <Words>73</Words>
  <Application>Microsoft Office PowerPoint</Application>
  <PresentationFormat>Widescreen</PresentationFormat>
  <Paragraphs>24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Corbel</vt:lpstr>
      <vt:lpstr>Euphemia</vt:lpstr>
      <vt:lpstr>Times New Roman</vt:lpstr>
      <vt:lpstr>Wingdings</vt:lpstr>
      <vt:lpstr>Banded Design Blue 16x9</vt:lpstr>
      <vt:lpstr>Dr. Sunirmal Khatua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Project Plan</dc:title>
  <dc:creator>Sunirmal Khatua</dc:creator>
  <cp:lastModifiedBy>Microsoft account</cp:lastModifiedBy>
  <cp:revision>412</cp:revision>
  <dcterms:created xsi:type="dcterms:W3CDTF">2018-05-13T16:49:43Z</dcterms:created>
  <dcterms:modified xsi:type="dcterms:W3CDTF">2026-04-23T08:55:30Z</dcterms:modified>
</cp:coreProperties>
</file>